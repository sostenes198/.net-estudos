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48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48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74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92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01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06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40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73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60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8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051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64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446">
              <a:spcBef>
                <a:spcPts val="235"/>
              </a:spcBef>
            </a:pPr>
            <a:r>
              <a:rPr lang="pt-BR" spc="-5" smtClean="0"/>
              <a:t>@</a:t>
            </a:r>
            <a:r>
              <a:rPr lang="pt-BR" smtClean="0"/>
              <a:t>T</a:t>
            </a:r>
            <a:r>
              <a:rPr lang="pt-BR" spc="5" smtClean="0"/>
              <a:t>h</a:t>
            </a:r>
            <a:r>
              <a:rPr lang="pt-BR" smtClean="0"/>
              <a:t>eCodeTraveler</a:t>
            </a:r>
            <a:endParaRPr lang="pt-BR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6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B6B4C-5FD0-4BB7-8FC9-632ADC484F75}" type="datetimeFigureOut">
              <a:rPr lang="pt-BR" smtClean="0"/>
              <a:t>10/09/2019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DC634-1C2D-40A6-ADA1-7F3A0C9D6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10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50152" y="1729629"/>
            <a:ext cx="61710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Entendendo a Utilização </a:t>
            </a:r>
          </a:p>
          <a:p>
            <a:pPr algn="ctr"/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De </a:t>
            </a:r>
            <a:r>
              <a:rPr lang="pt-BR" sz="4400" dirty="0" err="1" smtClean="0">
                <a:solidFill>
                  <a:schemeClr val="bg1"/>
                </a:solidFill>
                <a:ea typeface="Verdana" panose="020B0604030504040204" pitchFamily="34" charset="0"/>
              </a:rPr>
              <a:t>Async</a:t>
            </a:r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/</a:t>
            </a:r>
            <a:r>
              <a:rPr lang="pt-BR" sz="4400" dirty="0" err="1" smtClean="0">
                <a:solidFill>
                  <a:schemeClr val="bg1"/>
                </a:solidFill>
                <a:ea typeface="Verdana" panose="020B0604030504040204" pitchFamily="34" charset="0"/>
              </a:rPr>
              <a:t>Await</a:t>
            </a:r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 no .NET</a:t>
            </a:r>
          </a:p>
          <a:p>
            <a:pPr algn="ctr"/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E corrigindo erros comuns</a:t>
            </a:r>
            <a:endParaRPr lang="pt-BR" sz="4800" dirty="0">
              <a:solidFill>
                <a:schemeClr val="bg1"/>
              </a:solidFill>
              <a:ea typeface="Verdana" panose="020B0604030504040204" pitchFamily="34" charset="0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7031740" y="706099"/>
            <a:ext cx="4495800" cy="4417060"/>
          </a:xfrm>
          <a:custGeom>
            <a:avLst/>
            <a:gdLst/>
            <a:ahLst/>
            <a:cxnLst/>
            <a:rect l="l" t="t" r="r" b="b"/>
            <a:pathLst>
              <a:path w="4495800" h="4417060">
                <a:moveTo>
                  <a:pt x="0" y="2208276"/>
                </a:moveTo>
                <a:lnTo>
                  <a:pt x="520" y="2160256"/>
                </a:lnTo>
                <a:lnTo>
                  <a:pt x="2076" y="2112486"/>
                </a:lnTo>
                <a:lnTo>
                  <a:pt x="4657" y="2064977"/>
                </a:lnTo>
                <a:lnTo>
                  <a:pt x="8251" y="2017739"/>
                </a:lnTo>
                <a:lnTo>
                  <a:pt x="12849" y="1970783"/>
                </a:lnTo>
                <a:lnTo>
                  <a:pt x="18439" y="1924117"/>
                </a:lnTo>
                <a:lnTo>
                  <a:pt x="25012" y="1877754"/>
                </a:lnTo>
                <a:lnTo>
                  <a:pt x="32556" y="1831703"/>
                </a:lnTo>
                <a:lnTo>
                  <a:pt x="41061" y="1785975"/>
                </a:lnTo>
                <a:lnTo>
                  <a:pt x="50517" y="1740580"/>
                </a:lnTo>
                <a:lnTo>
                  <a:pt x="60913" y="1695529"/>
                </a:lnTo>
                <a:lnTo>
                  <a:pt x="72239" y="1650831"/>
                </a:lnTo>
                <a:lnTo>
                  <a:pt x="84484" y="1606497"/>
                </a:lnTo>
                <a:lnTo>
                  <a:pt x="97636" y="1562538"/>
                </a:lnTo>
                <a:lnTo>
                  <a:pt x="111687" y="1518963"/>
                </a:lnTo>
                <a:lnTo>
                  <a:pt x="126625" y="1475784"/>
                </a:lnTo>
                <a:lnTo>
                  <a:pt x="142440" y="1433011"/>
                </a:lnTo>
                <a:lnTo>
                  <a:pt x="159122" y="1390653"/>
                </a:lnTo>
                <a:lnTo>
                  <a:pt x="176658" y="1348722"/>
                </a:lnTo>
                <a:lnTo>
                  <a:pt x="195041" y="1307227"/>
                </a:lnTo>
                <a:lnTo>
                  <a:pt x="214257" y="1266179"/>
                </a:lnTo>
                <a:lnTo>
                  <a:pt x="234298" y="1225589"/>
                </a:lnTo>
                <a:lnTo>
                  <a:pt x="255152" y="1185466"/>
                </a:lnTo>
                <a:lnTo>
                  <a:pt x="276809" y="1145821"/>
                </a:lnTo>
                <a:lnTo>
                  <a:pt x="299259" y="1106665"/>
                </a:lnTo>
                <a:lnTo>
                  <a:pt x="322490" y="1068008"/>
                </a:lnTo>
                <a:lnTo>
                  <a:pt x="346493" y="1029860"/>
                </a:lnTo>
                <a:lnTo>
                  <a:pt x="371256" y="992231"/>
                </a:lnTo>
                <a:lnTo>
                  <a:pt x="396770" y="955132"/>
                </a:lnTo>
                <a:lnTo>
                  <a:pt x="423024" y="918573"/>
                </a:lnTo>
                <a:lnTo>
                  <a:pt x="450006" y="882565"/>
                </a:lnTo>
                <a:lnTo>
                  <a:pt x="477708" y="847118"/>
                </a:lnTo>
                <a:lnTo>
                  <a:pt x="506117" y="812242"/>
                </a:lnTo>
                <a:lnTo>
                  <a:pt x="535224" y="777948"/>
                </a:lnTo>
                <a:lnTo>
                  <a:pt x="565017" y="744246"/>
                </a:lnTo>
                <a:lnTo>
                  <a:pt x="595488" y="711146"/>
                </a:lnTo>
                <a:lnTo>
                  <a:pt x="626624" y="678659"/>
                </a:lnTo>
                <a:lnTo>
                  <a:pt x="658415" y="646795"/>
                </a:lnTo>
                <a:lnTo>
                  <a:pt x="690851" y="615564"/>
                </a:lnTo>
                <a:lnTo>
                  <a:pt x="723922" y="584977"/>
                </a:lnTo>
                <a:lnTo>
                  <a:pt x="757616" y="555045"/>
                </a:lnTo>
                <a:lnTo>
                  <a:pt x="791923" y="525776"/>
                </a:lnTo>
                <a:lnTo>
                  <a:pt x="826833" y="497183"/>
                </a:lnTo>
                <a:lnTo>
                  <a:pt x="862335" y="469275"/>
                </a:lnTo>
                <a:lnTo>
                  <a:pt x="898418" y="442063"/>
                </a:lnTo>
                <a:lnTo>
                  <a:pt x="935073" y="415556"/>
                </a:lnTo>
                <a:lnTo>
                  <a:pt x="972288" y="389766"/>
                </a:lnTo>
                <a:lnTo>
                  <a:pt x="1010052" y="364702"/>
                </a:lnTo>
                <a:lnTo>
                  <a:pt x="1048356" y="340376"/>
                </a:lnTo>
                <a:lnTo>
                  <a:pt x="1087189" y="316797"/>
                </a:lnTo>
                <a:lnTo>
                  <a:pt x="1126540" y="293975"/>
                </a:lnTo>
                <a:lnTo>
                  <a:pt x="1166399" y="271922"/>
                </a:lnTo>
                <a:lnTo>
                  <a:pt x="1206755" y="250647"/>
                </a:lnTo>
                <a:lnTo>
                  <a:pt x="1247597" y="230161"/>
                </a:lnTo>
                <a:lnTo>
                  <a:pt x="1288916" y="210474"/>
                </a:lnTo>
                <a:lnTo>
                  <a:pt x="1330700" y="191597"/>
                </a:lnTo>
                <a:lnTo>
                  <a:pt x="1372939" y="173539"/>
                </a:lnTo>
                <a:lnTo>
                  <a:pt x="1415622" y="156312"/>
                </a:lnTo>
                <a:lnTo>
                  <a:pt x="1458740" y="139925"/>
                </a:lnTo>
                <a:lnTo>
                  <a:pt x="1502280" y="124389"/>
                </a:lnTo>
                <a:lnTo>
                  <a:pt x="1546234" y="109715"/>
                </a:lnTo>
                <a:lnTo>
                  <a:pt x="1590590" y="95912"/>
                </a:lnTo>
                <a:lnTo>
                  <a:pt x="1635337" y="82991"/>
                </a:lnTo>
                <a:lnTo>
                  <a:pt x="1680466" y="70963"/>
                </a:lnTo>
                <a:lnTo>
                  <a:pt x="1725965" y="59838"/>
                </a:lnTo>
                <a:lnTo>
                  <a:pt x="1771824" y="49625"/>
                </a:lnTo>
                <a:lnTo>
                  <a:pt x="1818033" y="40336"/>
                </a:lnTo>
                <a:lnTo>
                  <a:pt x="1864580" y="31981"/>
                </a:lnTo>
                <a:lnTo>
                  <a:pt x="1911457" y="24570"/>
                </a:lnTo>
                <a:lnTo>
                  <a:pt x="1958651" y="18113"/>
                </a:lnTo>
                <a:lnTo>
                  <a:pt x="2006152" y="12622"/>
                </a:lnTo>
                <a:lnTo>
                  <a:pt x="2053950" y="8105"/>
                </a:lnTo>
                <a:lnTo>
                  <a:pt x="2102034" y="4575"/>
                </a:lnTo>
                <a:lnTo>
                  <a:pt x="2150394" y="2040"/>
                </a:lnTo>
                <a:lnTo>
                  <a:pt x="2199020" y="511"/>
                </a:lnTo>
                <a:lnTo>
                  <a:pt x="2247900" y="0"/>
                </a:lnTo>
                <a:lnTo>
                  <a:pt x="2296779" y="511"/>
                </a:lnTo>
                <a:lnTo>
                  <a:pt x="2345405" y="2040"/>
                </a:lnTo>
                <a:lnTo>
                  <a:pt x="2393765" y="4575"/>
                </a:lnTo>
                <a:lnTo>
                  <a:pt x="2441849" y="8105"/>
                </a:lnTo>
                <a:lnTo>
                  <a:pt x="2489647" y="12622"/>
                </a:lnTo>
                <a:lnTo>
                  <a:pt x="2537148" y="18113"/>
                </a:lnTo>
                <a:lnTo>
                  <a:pt x="2584342" y="24570"/>
                </a:lnTo>
                <a:lnTo>
                  <a:pt x="2631219" y="31981"/>
                </a:lnTo>
                <a:lnTo>
                  <a:pt x="2677766" y="40336"/>
                </a:lnTo>
                <a:lnTo>
                  <a:pt x="2723975" y="49625"/>
                </a:lnTo>
                <a:lnTo>
                  <a:pt x="2769834" y="59838"/>
                </a:lnTo>
                <a:lnTo>
                  <a:pt x="2815333" y="70963"/>
                </a:lnTo>
                <a:lnTo>
                  <a:pt x="2860462" y="82991"/>
                </a:lnTo>
                <a:lnTo>
                  <a:pt x="2905209" y="95912"/>
                </a:lnTo>
                <a:lnTo>
                  <a:pt x="2949565" y="109715"/>
                </a:lnTo>
                <a:lnTo>
                  <a:pt x="2993519" y="124389"/>
                </a:lnTo>
                <a:lnTo>
                  <a:pt x="3037059" y="139925"/>
                </a:lnTo>
                <a:lnTo>
                  <a:pt x="3080177" y="156312"/>
                </a:lnTo>
                <a:lnTo>
                  <a:pt x="3122860" y="173539"/>
                </a:lnTo>
                <a:lnTo>
                  <a:pt x="3165099" y="191597"/>
                </a:lnTo>
                <a:lnTo>
                  <a:pt x="3206883" y="210474"/>
                </a:lnTo>
                <a:lnTo>
                  <a:pt x="3248202" y="230161"/>
                </a:lnTo>
                <a:lnTo>
                  <a:pt x="3289044" y="250647"/>
                </a:lnTo>
                <a:lnTo>
                  <a:pt x="3329400" y="271922"/>
                </a:lnTo>
                <a:lnTo>
                  <a:pt x="3369259" y="293975"/>
                </a:lnTo>
                <a:lnTo>
                  <a:pt x="3408610" y="316797"/>
                </a:lnTo>
                <a:lnTo>
                  <a:pt x="3447443" y="340376"/>
                </a:lnTo>
                <a:lnTo>
                  <a:pt x="3485747" y="364702"/>
                </a:lnTo>
                <a:lnTo>
                  <a:pt x="3523511" y="389766"/>
                </a:lnTo>
                <a:lnTo>
                  <a:pt x="3560726" y="415556"/>
                </a:lnTo>
                <a:lnTo>
                  <a:pt x="3597381" y="442063"/>
                </a:lnTo>
                <a:lnTo>
                  <a:pt x="3633464" y="469275"/>
                </a:lnTo>
                <a:lnTo>
                  <a:pt x="3668966" y="497183"/>
                </a:lnTo>
                <a:lnTo>
                  <a:pt x="3703876" y="525776"/>
                </a:lnTo>
                <a:lnTo>
                  <a:pt x="3738183" y="555045"/>
                </a:lnTo>
                <a:lnTo>
                  <a:pt x="3771877" y="584977"/>
                </a:lnTo>
                <a:lnTo>
                  <a:pt x="3804948" y="615564"/>
                </a:lnTo>
                <a:lnTo>
                  <a:pt x="3837384" y="646795"/>
                </a:lnTo>
                <a:lnTo>
                  <a:pt x="3869175" y="678659"/>
                </a:lnTo>
                <a:lnTo>
                  <a:pt x="3900311" y="711146"/>
                </a:lnTo>
                <a:lnTo>
                  <a:pt x="3930782" y="744246"/>
                </a:lnTo>
                <a:lnTo>
                  <a:pt x="3960575" y="777948"/>
                </a:lnTo>
                <a:lnTo>
                  <a:pt x="3989682" y="812242"/>
                </a:lnTo>
                <a:lnTo>
                  <a:pt x="4018091" y="847118"/>
                </a:lnTo>
                <a:lnTo>
                  <a:pt x="4045793" y="882565"/>
                </a:lnTo>
                <a:lnTo>
                  <a:pt x="4072775" y="918573"/>
                </a:lnTo>
                <a:lnTo>
                  <a:pt x="4099029" y="955132"/>
                </a:lnTo>
                <a:lnTo>
                  <a:pt x="4124543" y="992231"/>
                </a:lnTo>
                <a:lnTo>
                  <a:pt x="4149306" y="1029860"/>
                </a:lnTo>
                <a:lnTo>
                  <a:pt x="4173309" y="1068008"/>
                </a:lnTo>
                <a:lnTo>
                  <a:pt x="4196540" y="1106665"/>
                </a:lnTo>
                <a:lnTo>
                  <a:pt x="4218990" y="1145821"/>
                </a:lnTo>
                <a:lnTo>
                  <a:pt x="4240647" y="1185466"/>
                </a:lnTo>
                <a:lnTo>
                  <a:pt x="4261501" y="1225589"/>
                </a:lnTo>
                <a:lnTo>
                  <a:pt x="4281542" y="1266179"/>
                </a:lnTo>
                <a:lnTo>
                  <a:pt x="4300758" y="1307227"/>
                </a:lnTo>
                <a:lnTo>
                  <a:pt x="4319141" y="1348722"/>
                </a:lnTo>
                <a:lnTo>
                  <a:pt x="4336677" y="1390653"/>
                </a:lnTo>
                <a:lnTo>
                  <a:pt x="4353359" y="1433011"/>
                </a:lnTo>
                <a:lnTo>
                  <a:pt x="4369174" y="1475784"/>
                </a:lnTo>
                <a:lnTo>
                  <a:pt x="4384112" y="1518963"/>
                </a:lnTo>
                <a:lnTo>
                  <a:pt x="4398163" y="1562538"/>
                </a:lnTo>
                <a:lnTo>
                  <a:pt x="4411315" y="1606497"/>
                </a:lnTo>
                <a:lnTo>
                  <a:pt x="4423560" y="1650831"/>
                </a:lnTo>
                <a:lnTo>
                  <a:pt x="4434886" y="1695529"/>
                </a:lnTo>
                <a:lnTo>
                  <a:pt x="4445282" y="1740580"/>
                </a:lnTo>
                <a:lnTo>
                  <a:pt x="4454738" y="1785975"/>
                </a:lnTo>
                <a:lnTo>
                  <a:pt x="4463243" y="1831703"/>
                </a:lnTo>
                <a:lnTo>
                  <a:pt x="4470787" y="1877754"/>
                </a:lnTo>
                <a:lnTo>
                  <a:pt x="4477360" y="1924117"/>
                </a:lnTo>
                <a:lnTo>
                  <a:pt x="4482950" y="1970783"/>
                </a:lnTo>
                <a:lnTo>
                  <a:pt x="4487548" y="2017739"/>
                </a:lnTo>
                <a:lnTo>
                  <a:pt x="4491142" y="2064977"/>
                </a:lnTo>
                <a:lnTo>
                  <a:pt x="4493723" y="2112486"/>
                </a:lnTo>
                <a:lnTo>
                  <a:pt x="4495279" y="2160256"/>
                </a:lnTo>
                <a:lnTo>
                  <a:pt x="4495800" y="2208276"/>
                </a:lnTo>
                <a:lnTo>
                  <a:pt x="4495279" y="2256295"/>
                </a:lnTo>
                <a:lnTo>
                  <a:pt x="4493723" y="2304065"/>
                </a:lnTo>
                <a:lnTo>
                  <a:pt x="4491142" y="2351574"/>
                </a:lnTo>
                <a:lnTo>
                  <a:pt x="4487548" y="2398812"/>
                </a:lnTo>
                <a:lnTo>
                  <a:pt x="4482950" y="2445768"/>
                </a:lnTo>
                <a:lnTo>
                  <a:pt x="4477360" y="2492434"/>
                </a:lnTo>
                <a:lnTo>
                  <a:pt x="4470787" y="2538797"/>
                </a:lnTo>
                <a:lnTo>
                  <a:pt x="4463243" y="2584848"/>
                </a:lnTo>
                <a:lnTo>
                  <a:pt x="4454738" y="2630576"/>
                </a:lnTo>
                <a:lnTo>
                  <a:pt x="4445282" y="2675971"/>
                </a:lnTo>
                <a:lnTo>
                  <a:pt x="4434886" y="2721022"/>
                </a:lnTo>
                <a:lnTo>
                  <a:pt x="4423560" y="2765720"/>
                </a:lnTo>
                <a:lnTo>
                  <a:pt x="4411315" y="2810054"/>
                </a:lnTo>
                <a:lnTo>
                  <a:pt x="4398163" y="2854013"/>
                </a:lnTo>
                <a:lnTo>
                  <a:pt x="4384112" y="2897588"/>
                </a:lnTo>
                <a:lnTo>
                  <a:pt x="4369174" y="2940767"/>
                </a:lnTo>
                <a:lnTo>
                  <a:pt x="4353359" y="2983540"/>
                </a:lnTo>
                <a:lnTo>
                  <a:pt x="4336677" y="3025898"/>
                </a:lnTo>
                <a:lnTo>
                  <a:pt x="4319141" y="3067829"/>
                </a:lnTo>
                <a:lnTo>
                  <a:pt x="4300758" y="3109324"/>
                </a:lnTo>
                <a:lnTo>
                  <a:pt x="4281542" y="3150372"/>
                </a:lnTo>
                <a:lnTo>
                  <a:pt x="4261501" y="3190962"/>
                </a:lnTo>
                <a:lnTo>
                  <a:pt x="4240647" y="3231085"/>
                </a:lnTo>
                <a:lnTo>
                  <a:pt x="4218990" y="3270730"/>
                </a:lnTo>
                <a:lnTo>
                  <a:pt x="4196540" y="3309886"/>
                </a:lnTo>
                <a:lnTo>
                  <a:pt x="4173309" y="3348543"/>
                </a:lnTo>
                <a:lnTo>
                  <a:pt x="4149306" y="3386691"/>
                </a:lnTo>
                <a:lnTo>
                  <a:pt x="4124543" y="3424320"/>
                </a:lnTo>
                <a:lnTo>
                  <a:pt x="4099029" y="3461419"/>
                </a:lnTo>
                <a:lnTo>
                  <a:pt x="4072775" y="3497978"/>
                </a:lnTo>
                <a:lnTo>
                  <a:pt x="4045793" y="3533986"/>
                </a:lnTo>
                <a:lnTo>
                  <a:pt x="4018091" y="3569433"/>
                </a:lnTo>
                <a:lnTo>
                  <a:pt x="3989682" y="3604309"/>
                </a:lnTo>
                <a:lnTo>
                  <a:pt x="3960575" y="3638603"/>
                </a:lnTo>
                <a:lnTo>
                  <a:pt x="3930782" y="3672305"/>
                </a:lnTo>
                <a:lnTo>
                  <a:pt x="3900311" y="3705405"/>
                </a:lnTo>
                <a:lnTo>
                  <a:pt x="3869175" y="3737892"/>
                </a:lnTo>
                <a:lnTo>
                  <a:pt x="3837384" y="3769756"/>
                </a:lnTo>
                <a:lnTo>
                  <a:pt x="3804948" y="3800987"/>
                </a:lnTo>
                <a:lnTo>
                  <a:pt x="3771877" y="3831574"/>
                </a:lnTo>
                <a:lnTo>
                  <a:pt x="3738183" y="3861506"/>
                </a:lnTo>
                <a:lnTo>
                  <a:pt x="3703876" y="3890775"/>
                </a:lnTo>
                <a:lnTo>
                  <a:pt x="3668966" y="3919368"/>
                </a:lnTo>
                <a:lnTo>
                  <a:pt x="3633464" y="3947276"/>
                </a:lnTo>
                <a:lnTo>
                  <a:pt x="3597381" y="3974488"/>
                </a:lnTo>
                <a:lnTo>
                  <a:pt x="3560726" y="4000995"/>
                </a:lnTo>
                <a:lnTo>
                  <a:pt x="3523511" y="4026785"/>
                </a:lnTo>
                <a:lnTo>
                  <a:pt x="3485747" y="4051849"/>
                </a:lnTo>
                <a:lnTo>
                  <a:pt x="3447443" y="4076175"/>
                </a:lnTo>
                <a:lnTo>
                  <a:pt x="3408610" y="4099754"/>
                </a:lnTo>
                <a:lnTo>
                  <a:pt x="3369259" y="4122576"/>
                </a:lnTo>
                <a:lnTo>
                  <a:pt x="3329400" y="4144629"/>
                </a:lnTo>
                <a:lnTo>
                  <a:pt x="3289044" y="4165904"/>
                </a:lnTo>
                <a:lnTo>
                  <a:pt x="3248202" y="4186390"/>
                </a:lnTo>
                <a:lnTo>
                  <a:pt x="3206883" y="4206077"/>
                </a:lnTo>
                <a:lnTo>
                  <a:pt x="3165099" y="4224954"/>
                </a:lnTo>
                <a:lnTo>
                  <a:pt x="3122860" y="4243012"/>
                </a:lnTo>
                <a:lnTo>
                  <a:pt x="3080177" y="4260239"/>
                </a:lnTo>
                <a:lnTo>
                  <a:pt x="3037059" y="4276626"/>
                </a:lnTo>
                <a:lnTo>
                  <a:pt x="2993519" y="4292162"/>
                </a:lnTo>
                <a:lnTo>
                  <a:pt x="2949565" y="4306836"/>
                </a:lnTo>
                <a:lnTo>
                  <a:pt x="2905209" y="4320639"/>
                </a:lnTo>
                <a:lnTo>
                  <a:pt x="2860462" y="4333560"/>
                </a:lnTo>
                <a:lnTo>
                  <a:pt x="2815333" y="4345588"/>
                </a:lnTo>
                <a:lnTo>
                  <a:pt x="2769834" y="4356713"/>
                </a:lnTo>
                <a:lnTo>
                  <a:pt x="2723975" y="4366926"/>
                </a:lnTo>
                <a:lnTo>
                  <a:pt x="2677766" y="4376215"/>
                </a:lnTo>
                <a:lnTo>
                  <a:pt x="2631219" y="4384570"/>
                </a:lnTo>
                <a:lnTo>
                  <a:pt x="2584342" y="4391981"/>
                </a:lnTo>
                <a:lnTo>
                  <a:pt x="2537148" y="4398438"/>
                </a:lnTo>
                <a:lnTo>
                  <a:pt x="2489647" y="4403929"/>
                </a:lnTo>
                <a:lnTo>
                  <a:pt x="2441849" y="4408446"/>
                </a:lnTo>
                <a:lnTo>
                  <a:pt x="2393765" y="4411976"/>
                </a:lnTo>
                <a:lnTo>
                  <a:pt x="2345405" y="4414511"/>
                </a:lnTo>
                <a:lnTo>
                  <a:pt x="2296779" y="4416040"/>
                </a:lnTo>
                <a:lnTo>
                  <a:pt x="2247900" y="4416552"/>
                </a:lnTo>
                <a:lnTo>
                  <a:pt x="2199020" y="4416040"/>
                </a:lnTo>
                <a:lnTo>
                  <a:pt x="2150394" y="4414511"/>
                </a:lnTo>
                <a:lnTo>
                  <a:pt x="2102034" y="4411976"/>
                </a:lnTo>
                <a:lnTo>
                  <a:pt x="2053950" y="4408446"/>
                </a:lnTo>
                <a:lnTo>
                  <a:pt x="2006152" y="4403929"/>
                </a:lnTo>
                <a:lnTo>
                  <a:pt x="1958651" y="4398438"/>
                </a:lnTo>
                <a:lnTo>
                  <a:pt x="1911457" y="4391981"/>
                </a:lnTo>
                <a:lnTo>
                  <a:pt x="1864580" y="4384570"/>
                </a:lnTo>
                <a:lnTo>
                  <a:pt x="1818033" y="4376215"/>
                </a:lnTo>
                <a:lnTo>
                  <a:pt x="1771824" y="4366926"/>
                </a:lnTo>
                <a:lnTo>
                  <a:pt x="1725965" y="4356713"/>
                </a:lnTo>
                <a:lnTo>
                  <a:pt x="1680466" y="4345588"/>
                </a:lnTo>
                <a:lnTo>
                  <a:pt x="1635337" y="4333560"/>
                </a:lnTo>
                <a:lnTo>
                  <a:pt x="1590590" y="4320639"/>
                </a:lnTo>
                <a:lnTo>
                  <a:pt x="1546234" y="4306836"/>
                </a:lnTo>
                <a:lnTo>
                  <a:pt x="1502280" y="4292162"/>
                </a:lnTo>
                <a:lnTo>
                  <a:pt x="1458740" y="4276626"/>
                </a:lnTo>
                <a:lnTo>
                  <a:pt x="1415622" y="4260239"/>
                </a:lnTo>
                <a:lnTo>
                  <a:pt x="1372939" y="4243012"/>
                </a:lnTo>
                <a:lnTo>
                  <a:pt x="1330700" y="4224954"/>
                </a:lnTo>
                <a:lnTo>
                  <a:pt x="1288916" y="4206077"/>
                </a:lnTo>
                <a:lnTo>
                  <a:pt x="1247597" y="4186390"/>
                </a:lnTo>
                <a:lnTo>
                  <a:pt x="1206755" y="4165904"/>
                </a:lnTo>
                <a:lnTo>
                  <a:pt x="1166399" y="4144629"/>
                </a:lnTo>
                <a:lnTo>
                  <a:pt x="1126540" y="4122576"/>
                </a:lnTo>
                <a:lnTo>
                  <a:pt x="1087189" y="4099754"/>
                </a:lnTo>
                <a:lnTo>
                  <a:pt x="1048356" y="4076175"/>
                </a:lnTo>
                <a:lnTo>
                  <a:pt x="1010052" y="4051849"/>
                </a:lnTo>
                <a:lnTo>
                  <a:pt x="972288" y="4026785"/>
                </a:lnTo>
                <a:lnTo>
                  <a:pt x="935073" y="4000995"/>
                </a:lnTo>
                <a:lnTo>
                  <a:pt x="898418" y="3974488"/>
                </a:lnTo>
                <a:lnTo>
                  <a:pt x="862335" y="3947276"/>
                </a:lnTo>
                <a:lnTo>
                  <a:pt x="826833" y="3919368"/>
                </a:lnTo>
                <a:lnTo>
                  <a:pt x="791923" y="3890775"/>
                </a:lnTo>
                <a:lnTo>
                  <a:pt x="757616" y="3861506"/>
                </a:lnTo>
                <a:lnTo>
                  <a:pt x="723922" y="3831574"/>
                </a:lnTo>
                <a:lnTo>
                  <a:pt x="690851" y="3800987"/>
                </a:lnTo>
                <a:lnTo>
                  <a:pt x="658415" y="3769756"/>
                </a:lnTo>
                <a:lnTo>
                  <a:pt x="626624" y="3737892"/>
                </a:lnTo>
                <a:lnTo>
                  <a:pt x="595488" y="3705405"/>
                </a:lnTo>
                <a:lnTo>
                  <a:pt x="565017" y="3672305"/>
                </a:lnTo>
                <a:lnTo>
                  <a:pt x="535224" y="3638603"/>
                </a:lnTo>
                <a:lnTo>
                  <a:pt x="506117" y="3604309"/>
                </a:lnTo>
                <a:lnTo>
                  <a:pt x="477708" y="3569433"/>
                </a:lnTo>
                <a:lnTo>
                  <a:pt x="450006" y="3533986"/>
                </a:lnTo>
                <a:lnTo>
                  <a:pt x="423024" y="3497978"/>
                </a:lnTo>
                <a:lnTo>
                  <a:pt x="396770" y="3461419"/>
                </a:lnTo>
                <a:lnTo>
                  <a:pt x="371256" y="3424320"/>
                </a:lnTo>
                <a:lnTo>
                  <a:pt x="346493" y="3386691"/>
                </a:lnTo>
                <a:lnTo>
                  <a:pt x="322490" y="3348543"/>
                </a:lnTo>
                <a:lnTo>
                  <a:pt x="299259" y="3309886"/>
                </a:lnTo>
                <a:lnTo>
                  <a:pt x="276809" y="3270730"/>
                </a:lnTo>
                <a:lnTo>
                  <a:pt x="255152" y="3231085"/>
                </a:lnTo>
                <a:lnTo>
                  <a:pt x="234298" y="3190962"/>
                </a:lnTo>
                <a:lnTo>
                  <a:pt x="214257" y="3150372"/>
                </a:lnTo>
                <a:lnTo>
                  <a:pt x="195041" y="3109324"/>
                </a:lnTo>
                <a:lnTo>
                  <a:pt x="176658" y="3067829"/>
                </a:lnTo>
                <a:lnTo>
                  <a:pt x="159122" y="3025898"/>
                </a:lnTo>
                <a:lnTo>
                  <a:pt x="142440" y="2983540"/>
                </a:lnTo>
                <a:lnTo>
                  <a:pt x="126625" y="2940767"/>
                </a:lnTo>
                <a:lnTo>
                  <a:pt x="111687" y="2897588"/>
                </a:lnTo>
                <a:lnTo>
                  <a:pt x="97636" y="2854013"/>
                </a:lnTo>
                <a:lnTo>
                  <a:pt x="84484" y="2810054"/>
                </a:lnTo>
                <a:lnTo>
                  <a:pt x="72239" y="2765720"/>
                </a:lnTo>
                <a:lnTo>
                  <a:pt x="60913" y="2721022"/>
                </a:lnTo>
                <a:lnTo>
                  <a:pt x="50517" y="2675971"/>
                </a:lnTo>
                <a:lnTo>
                  <a:pt x="41061" y="2630576"/>
                </a:lnTo>
                <a:lnTo>
                  <a:pt x="32556" y="2584848"/>
                </a:lnTo>
                <a:lnTo>
                  <a:pt x="25012" y="2538797"/>
                </a:lnTo>
                <a:lnTo>
                  <a:pt x="18439" y="2492434"/>
                </a:lnTo>
                <a:lnTo>
                  <a:pt x="12849" y="2445768"/>
                </a:lnTo>
                <a:lnTo>
                  <a:pt x="8251" y="2398812"/>
                </a:lnTo>
                <a:lnTo>
                  <a:pt x="4657" y="2351574"/>
                </a:lnTo>
                <a:lnTo>
                  <a:pt x="2076" y="2304065"/>
                </a:lnTo>
                <a:lnTo>
                  <a:pt x="520" y="2256295"/>
                </a:lnTo>
                <a:lnTo>
                  <a:pt x="0" y="2208276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7031740" y="706099"/>
            <a:ext cx="4495800" cy="4406900"/>
          </a:xfrm>
          <a:custGeom>
            <a:avLst/>
            <a:gdLst/>
            <a:ahLst/>
            <a:cxnLst/>
            <a:rect l="l" t="t" r="r" b="b"/>
            <a:pathLst>
              <a:path w="4495800" h="4406900">
                <a:moveTo>
                  <a:pt x="2537148" y="4394200"/>
                </a:moveTo>
                <a:lnTo>
                  <a:pt x="1958651" y="4394200"/>
                </a:lnTo>
                <a:lnTo>
                  <a:pt x="2006152" y="4406900"/>
                </a:lnTo>
                <a:lnTo>
                  <a:pt x="2489647" y="4406900"/>
                </a:lnTo>
                <a:lnTo>
                  <a:pt x="2537148" y="4394200"/>
                </a:lnTo>
                <a:close/>
              </a:path>
              <a:path w="4495800" h="4406900">
                <a:moveTo>
                  <a:pt x="2677766" y="4368800"/>
                </a:moveTo>
                <a:lnTo>
                  <a:pt x="1818033" y="4368800"/>
                </a:lnTo>
                <a:lnTo>
                  <a:pt x="1911457" y="4394200"/>
                </a:lnTo>
                <a:lnTo>
                  <a:pt x="2584342" y="4394200"/>
                </a:lnTo>
                <a:lnTo>
                  <a:pt x="2677766" y="4368800"/>
                </a:lnTo>
                <a:close/>
              </a:path>
              <a:path w="4495800" h="4406900">
                <a:moveTo>
                  <a:pt x="2769834" y="50800"/>
                </a:moveTo>
                <a:lnTo>
                  <a:pt x="1725965" y="50800"/>
                </a:lnTo>
                <a:lnTo>
                  <a:pt x="1546234" y="101600"/>
                </a:lnTo>
                <a:lnTo>
                  <a:pt x="1502280" y="127000"/>
                </a:lnTo>
                <a:lnTo>
                  <a:pt x="1372939" y="165100"/>
                </a:lnTo>
                <a:lnTo>
                  <a:pt x="1330700" y="190500"/>
                </a:lnTo>
                <a:lnTo>
                  <a:pt x="1288916" y="203200"/>
                </a:lnTo>
                <a:lnTo>
                  <a:pt x="1247597" y="228600"/>
                </a:lnTo>
                <a:lnTo>
                  <a:pt x="1206755" y="241300"/>
                </a:lnTo>
                <a:lnTo>
                  <a:pt x="1126540" y="292100"/>
                </a:lnTo>
                <a:lnTo>
                  <a:pt x="1048356" y="342900"/>
                </a:lnTo>
                <a:lnTo>
                  <a:pt x="1010052" y="355600"/>
                </a:lnTo>
                <a:lnTo>
                  <a:pt x="935073" y="406400"/>
                </a:lnTo>
                <a:lnTo>
                  <a:pt x="898418" y="444500"/>
                </a:lnTo>
                <a:lnTo>
                  <a:pt x="862335" y="469900"/>
                </a:lnTo>
                <a:lnTo>
                  <a:pt x="826833" y="495300"/>
                </a:lnTo>
                <a:lnTo>
                  <a:pt x="791923" y="520700"/>
                </a:lnTo>
                <a:lnTo>
                  <a:pt x="757616" y="546100"/>
                </a:lnTo>
                <a:lnTo>
                  <a:pt x="723922" y="584200"/>
                </a:lnTo>
                <a:lnTo>
                  <a:pt x="690851" y="609600"/>
                </a:lnTo>
                <a:lnTo>
                  <a:pt x="658415" y="647700"/>
                </a:lnTo>
                <a:lnTo>
                  <a:pt x="626624" y="673100"/>
                </a:lnTo>
                <a:lnTo>
                  <a:pt x="595488" y="711200"/>
                </a:lnTo>
                <a:lnTo>
                  <a:pt x="565017" y="736600"/>
                </a:lnTo>
                <a:lnTo>
                  <a:pt x="535224" y="774700"/>
                </a:lnTo>
                <a:lnTo>
                  <a:pt x="506117" y="812800"/>
                </a:lnTo>
                <a:lnTo>
                  <a:pt x="477708" y="838200"/>
                </a:lnTo>
                <a:lnTo>
                  <a:pt x="450006" y="876300"/>
                </a:lnTo>
                <a:lnTo>
                  <a:pt x="423024" y="914400"/>
                </a:lnTo>
                <a:lnTo>
                  <a:pt x="396770" y="952500"/>
                </a:lnTo>
                <a:lnTo>
                  <a:pt x="371256" y="990600"/>
                </a:lnTo>
                <a:lnTo>
                  <a:pt x="346493" y="1028700"/>
                </a:lnTo>
                <a:lnTo>
                  <a:pt x="322490" y="1066800"/>
                </a:lnTo>
                <a:lnTo>
                  <a:pt x="299259" y="1104900"/>
                </a:lnTo>
                <a:lnTo>
                  <a:pt x="276809" y="1143000"/>
                </a:lnTo>
                <a:lnTo>
                  <a:pt x="255152" y="1181100"/>
                </a:lnTo>
                <a:lnTo>
                  <a:pt x="234298" y="1219200"/>
                </a:lnTo>
                <a:lnTo>
                  <a:pt x="214257" y="1257300"/>
                </a:lnTo>
                <a:lnTo>
                  <a:pt x="195041" y="1308100"/>
                </a:lnTo>
                <a:lnTo>
                  <a:pt x="176658" y="1346200"/>
                </a:lnTo>
                <a:lnTo>
                  <a:pt x="159122" y="1384300"/>
                </a:lnTo>
                <a:lnTo>
                  <a:pt x="142440" y="1435100"/>
                </a:lnTo>
                <a:lnTo>
                  <a:pt x="126625" y="1473200"/>
                </a:lnTo>
                <a:lnTo>
                  <a:pt x="111687" y="1511300"/>
                </a:lnTo>
                <a:lnTo>
                  <a:pt x="97636" y="1562100"/>
                </a:lnTo>
                <a:lnTo>
                  <a:pt x="84484" y="1600200"/>
                </a:lnTo>
                <a:lnTo>
                  <a:pt x="72239" y="1651000"/>
                </a:lnTo>
                <a:lnTo>
                  <a:pt x="60913" y="1689100"/>
                </a:lnTo>
                <a:lnTo>
                  <a:pt x="50517" y="1739900"/>
                </a:lnTo>
                <a:lnTo>
                  <a:pt x="41061" y="1778000"/>
                </a:lnTo>
                <a:lnTo>
                  <a:pt x="32556" y="1828800"/>
                </a:lnTo>
                <a:lnTo>
                  <a:pt x="25012" y="1879600"/>
                </a:lnTo>
                <a:lnTo>
                  <a:pt x="18439" y="1917700"/>
                </a:lnTo>
                <a:lnTo>
                  <a:pt x="12849" y="1968500"/>
                </a:lnTo>
                <a:lnTo>
                  <a:pt x="8251" y="2019300"/>
                </a:lnTo>
                <a:lnTo>
                  <a:pt x="4657" y="2057400"/>
                </a:lnTo>
                <a:lnTo>
                  <a:pt x="2076" y="2108200"/>
                </a:lnTo>
                <a:lnTo>
                  <a:pt x="520" y="2159000"/>
                </a:lnTo>
                <a:lnTo>
                  <a:pt x="0" y="2209800"/>
                </a:lnTo>
                <a:lnTo>
                  <a:pt x="520" y="2247900"/>
                </a:lnTo>
                <a:lnTo>
                  <a:pt x="2076" y="2298700"/>
                </a:lnTo>
                <a:lnTo>
                  <a:pt x="4657" y="2349500"/>
                </a:lnTo>
                <a:lnTo>
                  <a:pt x="8251" y="2400300"/>
                </a:lnTo>
                <a:lnTo>
                  <a:pt x="12849" y="2438400"/>
                </a:lnTo>
                <a:lnTo>
                  <a:pt x="18439" y="2489199"/>
                </a:lnTo>
                <a:lnTo>
                  <a:pt x="25012" y="2539999"/>
                </a:lnTo>
                <a:lnTo>
                  <a:pt x="32556" y="2578099"/>
                </a:lnTo>
                <a:lnTo>
                  <a:pt x="41061" y="2628899"/>
                </a:lnTo>
                <a:lnTo>
                  <a:pt x="50517" y="2666999"/>
                </a:lnTo>
                <a:lnTo>
                  <a:pt x="60913" y="2717799"/>
                </a:lnTo>
                <a:lnTo>
                  <a:pt x="72239" y="2768599"/>
                </a:lnTo>
                <a:lnTo>
                  <a:pt x="84484" y="2806699"/>
                </a:lnTo>
                <a:lnTo>
                  <a:pt x="97636" y="2844799"/>
                </a:lnTo>
                <a:lnTo>
                  <a:pt x="111687" y="2895599"/>
                </a:lnTo>
                <a:lnTo>
                  <a:pt x="126625" y="2933699"/>
                </a:lnTo>
                <a:lnTo>
                  <a:pt x="142440" y="2984499"/>
                </a:lnTo>
                <a:lnTo>
                  <a:pt x="159122" y="3022599"/>
                </a:lnTo>
                <a:lnTo>
                  <a:pt x="176658" y="3060699"/>
                </a:lnTo>
                <a:lnTo>
                  <a:pt x="195041" y="3111499"/>
                </a:lnTo>
                <a:lnTo>
                  <a:pt x="214257" y="3149599"/>
                </a:lnTo>
                <a:lnTo>
                  <a:pt x="234298" y="3187699"/>
                </a:lnTo>
                <a:lnTo>
                  <a:pt x="255152" y="3225799"/>
                </a:lnTo>
                <a:lnTo>
                  <a:pt x="276809" y="3263900"/>
                </a:lnTo>
                <a:lnTo>
                  <a:pt x="299259" y="3302000"/>
                </a:lnTo>
                <a:lnTo>
                  <a:pt x="322490" y="3340100"/>
                </a:lnTo>
                <a:lnTo>
                  <a:pt x="346493" y="3378200"/>
                </a:lnTo>
                <a:lnTo>
                  <a:pt x="371256" y="3416300"/>
                </a:lnTo>
                <a:lnTo>
                  <a:pt x="396770" y="3454400"/>
                </a:lnTo>
                <a:lnTo>
                  <a:pt x="423024" y="3492500"/>
                </a:lnTo>
                <a:lnTo>
                  <a:pt x="450006" y="3530600"/>
                </a:lnTo>
                <a:lnTo>
                  <a:pt x="477708" y="3568700"/>
                </a:lnTo>
                <a:lnTo>
                  <a:pt x="506117" y="3606800"/>
                </a:lnTo>
                <a:lnTo>
                  <a:pt x="535224" y="3632200"/>
                </a:lnTo>
                <a:lnTo>
                  <a:pt x="565017" y="3670300"/>
                </a:lnTo>
                <a:lnTo>
                  <a:pt x="595488" y="3708400"/>
                </a:lnTo>
                <a:lnTo>
                  <a:pt x="626624" y="3733800"/>
                </a:lnTo>
                <a:lnTo>
                  <a:pt x="658415" y="3771900"/>
                </a:lnTo>
                <a:lnTo>
                  <a:pt x="690851" y="3797300"/>
                </a:lnTo>
                <a:lnTo>
                  <a:pt x="723922" y="3822700"/>
                </a:lnTo>
                <a:lnTo>
                  <a:pt x="757616" y="3860800"/>
                </a:lnTo>
                <a:lnTo>
                  <a:pt x="791923" y="3886200"/>
                </a:lnTo>
                <a:lnTo>
                  <a:pt x="826833" y="3911600"/>
                </a:lnTo>
                <a:lnTo>
                  <a:pt x="862335" y="3949700"/>
                </a:lnTo>
                <a:lnTo>
                  <a:pt x="898418" y="3975100"/>
                </a:lnTo>
                <a:lnTo>
                  <a:pt x="935073" y="4000500"/>
                </a:lnTo>
                <a:lnTo>
                  <a:pt x="1010052" y="4051300"/>
                </a:lnTo>
                <a:lnTo>
                  <a:pt x="1087189" y="4102100"/>
                </a:lnTo>
                <a:lnTo>
                  <a:pt x="1126540" y="4114800"/>
                </a:lnTo>
                <a:lnTo>
                  <a:pt x="1206755" y="4165600"/>
                </a:lnTo>
                <a:lnTo>
                  <a:pt x="1247597" y="4178300"/>
                </a:lnTo>
                <a:lnTo>
                  <a:pt x="1288916" y="4203700"/>
                </a:lnTo>
                <a:lnTo>
                  <a:pt x="1330700" y="4216400"/>
                </a:lnTo>
                <a:lnTo>
                  <a:pt x="1372939" y="4241800"/>
                </a:lnTo>
                <a:lnTo>
                  <a:pt x="1458740" y="4267200"/>
                </a:lnTo>
                <a:lnTo>
                  <a:pt x="1502280" y="4292600"/>
                </a:lnTo>
                <a:lnTo>
                  <a:pt x="1771824" y="4368800"/>
                </a:lnTo>
                <a:lnTo>
                  <a:pt x="2723975" y="4368800"/>
                </a:lnTo>
                <a:lnTo>
                  <a:pt x="2993519" y="4292600"/>
                </a:lnTo>
                <a:lnTo>
                  <a:pt x="3037059" y="4267200"/>
                </a:lnTo>
                <a:lnTo>
                  <a:pt x="3122860" y="4241800"/>
                </a:lnTo>
                <a:lnTo>
                  <a:pt x="3165099" y="4216400"/>
                </a:lnTo>
                <a:lnTo>
                  <a:pt x="3206883" y="4203700"/>
                </a:lnTo>
                <a:lnTo>
                  <a:pt x="3248202" y="4178300"/>
                </a:lnTo>
                <a:lnTo>
                  <a:pt x="3289044" y="4165600"/>
                </a:lnTo>
                <a:lnTo>
                  <a:pt x="3369259" y="4114800"/>
                </a:lnTo>
                <a:lnTo>
                  <a:pt x="3408610" y="4102100"/>
                </a:lnTo>
                <a:lnTo>
                  <a:pt x="3485747" y="4051300"/>
                </a:lnTo>
                <a:lnTo>
                  <a:pt x="3560726" y="4000500"/>
                </a:lnTo>
                <a:lnTo>
                  <a:pt x="3597381" y="3975100"/>
                </a:lnTo>
                <a:lnTo>
                  <a:pt x="3633464" y="3949700"/>
                </a:lnTo>
                <a:lnTo>
                  <a:pt x="3668966" y="3911600"/>
                </a:lnTo>
                <a:lnTo>
                  <a:pt x="3703876" y="3886200"/>
                </a:lnTo>
                <a:lnTo>
                  <a:pt x="3738183" y="3860800"/>
                </a:lnTo>
                <a:lnTo>
                  <a:pt x="3771877" y="3822700"/>
                </a:lnTo>
                <a:lnTo>
                  <a:pt x="3804948" y="3797300"/>
                </a:lnTo>
                <a:lnTo>
                  <a:pt x="3837384" y="3771900"/>
                </a:lnTo>
                <a:lnTo>
                  <a:pt x="3869175" y="3733800"/>
                </a:lnTo>
                <a:lnTo>
                  <a:pt x="3900311" y="3708400"/>
                </a:lnTo>
                <a:lnTo>
                  <a:pt x="3930782" y="3670300"/>
                </a:lnTo>
                <a:lnTo>
                  <a:pt x="3960575" y="3632200"/>
                </a:lnTo>
                <a:lnTo>
                  <a:pt x="3989682" y="3606800"/>
                </a:lnTo>
                <a:lnTo>
                  <a:pt x="4018091" y="3568700"/>
                </a:lnTo>
                <a:lnTo>
                  <a:pt x="4045793" y="3530600"/>
                </a:lnTo>
                <a:lnTo>
                  <a:pt x="4072775" y="3492500"/>
                </a:lnTo>
                <a:lnTo>
                  <a:pt x="4099029" y="3454400"/>
                </a:lnTo>
                <a:lnTo>
                  <a:pt x="4124543" y="3416300"/>
                </a:lnTo>
                <a:lnTo>
                  <a:pt x="4149306" y="3378200"/>
                </a:lnTo>
                <a:lnTo>
                  <a:pt x="4173309" y="3340100"/>
                </a:lnTo>
                <a:lnTo>
                  <a:pt x="4196540" y="3302000"/>
                </a:lnTo>
                <a:lnTo>
                  <a:pt x="4218990" y="3263900"/>
                </a:lnTo>
                <a:lnTo>
                  <a:pt x="4240647" y="3225799"/>
                </a:lnTo>
                <a:lnTo>
                  <a:pt x="4261501" y="3187699"/>
                </a:lnTo>
                <a:lnTo>
                  <a:pt x="4281542" y="3149599"/>
                </a:lnTo>
                <a:lnTo>
                  <a:pt x="4300758" y="3111499"/>
                </a:lnTo>
                <a:lnTo>
                  <a:pt x="4319141" y="3060699"/>
                </a:lnTo>
                <a:lnTo>
                  <a:pt x="4336677" y="3022599"/>
                </a:lnTo>
                <a:lnTo>
                  <a:pt x="4353359" y="2984499"/>
                </a:lnTo>
                <a:lnTo>
                  <a:pt x="4369174" y="2933699"/>
                </a:lnTo>
                <a:lnTo>
                  <a:pt x="4384112" y="2895599"/>
                </a:lnTo>
                <a:lnTo>
                  <a:pt x="4398163" y="2844799"/>
                </a:lnTo>
                <a:lnTo>
                  <a:pt x="4411315" y="2806699"/>
                </a:lnTo>
                <a:lnTo>
                  <a:pt x="4423560" y="2768599"/>
                </a:lnTo>
                <a:lnTo>
                  <a:pt x="4434886" y="2717799"/>
                </a:lnTo>
                <a:lnTo>
                  <a:pt x="4445282" y="2666999"/>
                </a:lnTo>
                <a:lnTo>
                  <a:pt x="4454738" y="2628899"/>
                </a:lnTo>
                <a:lnTo>
                  <a:pt x="4463243" y="2578099"/>
                </a:lnTo>
                <a:lnTo>
                  <a:pt x="4470787" y="2539999"/>
                </a:lnTo>
                <a:lnTo>
                  <a:pt x="4477360" y="2489199"/>
                </a:lnTo>
                <a:lnTo>
                  <a:pt x="4482950" y="2438400"/>
                </a:lnTo>
                <a:lnTo>
                  <a:pt x="4487548" y="2400300"/>
                </a:lnTo>
                <a:lnTo>
                  <a:pt x="4491142" y="2349500"/>
                </a:lnTo>
                <a:lnTo>
                  <a:pt x="4493723" y="2298700"/>
                </a:lnTo>
                <a:lnTo>
                  <a:pt x="4495279" y="2247900"/>
                </a:lnTo>
                <a:lnTo>
                  <a:pt x="4495800" y="2209800"/>
                </a:lnTo>
                <a:lnTo>
                  <a:pt x="4495279" y="2159000"/>
                </a:lnTo>
                <a:lnTo>
                  <a:pt x="4493723" y="2108200"/>
                </a:lnTo>
                <a:lnTo>
                  <a:pt x="4491142" y="2057400"/>
                </a:lnTo>
                <a:lnTo>
                  <a:pt x="4487548" y="2019300"/>
                </a:lnTo>
                <a:lnTo>
                  <a:pt x="4482950" y="1968500"/>
                </a:lnTo>
                <a:lnTo>
                  <a:pt x="4477360" y="1917700"/>
                </a:lnTo>
                <a:lnTo>
                  <a:pt x="4470787" y="1879600"/>
                </a:lnTo>
                <a:lnTo>
                  <a:pt x="4463243" y="1828800"/>
                </a:lnTo>
                <a:lnTo>
                  <a:pt x="4454738" y="1778000"/>
                </a:lnTo>
                <a:lnTo>
                  <a:pt x="4445282" y="1739900"/>
                </a:lnTo>
                <a:lnTo>
                  <a:pt x="4434886" y="1689100"/>
                </a:lnTo>
                <a:lnTo>
                  <a:pt x="4423560" y="1651000"/>
                </a:lnTo>
                <a:lnTo>
                  <a:pt x="4411315" y="1600200"/>
                </a:lnTo>
                <a:lnTo>
                  <a:pt x="4398163" y="1562100"/>
                </a:lnTo>
                <a:lnTo>
                  <a:pt x="4384112" y="1511300"/>
                </a:lnTo>
                <a:lnTo>
                  <a:pt x="4369174" y="1473200"/>
                </a:lnTo>
                <a:lnTo>
                  <a:pt x="4353359" y="1435100"/>
                </a:lnTo>
                <a:lnTo>
                  <a:pt x="4336677" y="1384300"/>
                </a:lnTo>
                <a:lnTo>
                  <a:pt x="4319141" y="1346200"/>
                </a:lnTo>
                <a:lnTo>
                  <a:pt x="4300758" y="1308100"/>
                </a:lnTo>
                <a:lnTo>
                  <a:pt x="4281542" y="1257300"/>
                </a:lnTo>
                <a:lnTo>
                  <a:pt x="4261501" y="1219200"/>
                </a:lnTo>
                <a:lnTo>
                  <a:pt x="4240647" y="1181100"/>
                </a:lnTo>
                <a:lnTo>
                  <a:pt x="4218990" y="1143000"/>
                </a:lnTo>
                <a:lnTo>
                  <a:pt x="4196540" y="1104900"/>
                </a:lnTo>
                <a:lnTo>
                  <a:pt x="4173309" y="1066800"/>
                </a:lnTo>
                <a:lnTo>
                  <a:pt x="4149306" y="1028700"/>
                </a:lnTo>
                <a:lnTo>
                  <a:pt x="4124543" y="990600"/>
                </a:lnTo>
                <a:lnTo>
                  <a:pt x="4099029" y="952500"/>
                </a:lnTo>
                <a:lnTo>
                  <a:pt x="4072775" y="914400"/>
                </a:lnTo>
                <a:lnTo>
                  <a:pt x="4045793" y="876300"/>
                </a:lnTo>
                <a:lnTo>
                  <a:pt x="4018091" y="838200"/>
                </a:lnTo>
                <a:lnTo>
                  <a:pt x="3989682" y="812800"/>
                </a:lnTo>
                <a:lnTo>
                  <a:pt x="3960575" y="774700"/>
                </a:lnTo>
                <a:lnTo>
                  <a:pt x="3930782" y="736600"/>
                </a:lnTo>
                <a:lnTo>
                  <a:pt x="3900311" y="711200"/>
                </a:lnTo>
                <a:lnTo>
                  <a:pt x="3869175" y="673100"/>
                </a:lnTo>
                <a:lnTo>
                  <a:pt x="3837384" y="647700"/>
                </a:lnTo>
                <a:lnTo>
                  <a:pt x="3804948" y="609600"/>
                </a:lnTo>
                <a:lnTo>
                  <a:pt x="3771877" y="584200"/>
                </a:lnTo>
                <a:lnTo>
                  <a:pt x="3738183" y="546100"/>
                </a:lnTo>
                <a:lnTo>
                  <a:pt x="3703876" y="520700"/>
                </a:lnTo>
                <a:lnTo>
                  <a:pt x="3668966" y="495300"/>
                </a:lnTo>
                <a:lnTo>
                  <a:pt x="3633464" y="469900"/>
                </a:lnTo>
                <a:lnTo>
                  <a:pt x="3597381" y="444500"/>
                </a:lnTo>
                <a:lnTo>
                  <a:pt x="3560726" y="406400"/>
                </a:lnTo>
                <a:lnTo>
                  <a:pt x="3485747" y="355600"/>
                </a:lnTo>
                <a:lnTo>
                  <a:pt x="3447443" y="342900"/>
                </a:lnTo>
                <a:lnTo>
                  <a:pt x="3369259" y="292100"/>
                </a:lnTo>
                <a:lnTo>
                  <a:pt x="3289044" y="241300"/>
                </a:lnTo>
                <a:lnTo>
                  <a:pt x="3248202" y="228600"/>
                </a:lnTo>
                <a:lnTo>
                  <a:pt x="3206883" y="203200"/>
                </a:lnTo>
                <a:lnTo>
                  <a:pt x="3165099" y="190500"/>
                </a:lnTo>
                <a:lnTo>
                  <a:pt x="3122860" y="165100"/>
                </a:lnTo>
                <a:lnTo>
                  <a:pt x="2993519" y="127000"/>
                </a:lnTo>
                <a:lnTo>
                  <a:pt x="2949565" y="101600"/>
                </a:lnTo>
                <a:lnTo>
                  <a:pt x="2769834" y="50800"/>
                </a:lnTo>
                <a:close/>
              </a:path>
              <a:path w="4495800" h="4406900">
                <a:moveTo>
                  <a:pt x="2631219" y="25400"/>
                </a:moveTo>
                <a:lnTo>
                  <a:pt x="1864580" y="25400"/>
                </a:lnTo>
                <a:lnTo>
                  <a:pt x="1771824" y="50800"/>
                </a:lnTo>
                <a:lnTo>
                  <a:pt x="2723975" y="50800"/>
                </a:lnTo>
                <a:lnTo>
                  <a:pt x="2631219" y="25400"/>
                </a:lnTo>
                <a:close/>
              </a:path>
              <a:path w="4495800" h="4406900">
                <a:moveTo>
                  <a:pt x="2537148" y="12700"/>
                </a:moveTo>
                <a:lnTo>
                  <a:pt x="1958651" y="12700"/>
                </a:lnTo>
                <a:lnTo>
                  <a:pt x="1911457" y="25400"/>
                </a:lnTo>
                <a:lnTo>
                  <a:pt x="2584342" y="25400"/>
                </a:lnTo>
                <a:lnTo>
                  <a:pt x="2537148" y="12700"/>
                </a:lnTo>
                <a:close/>
              </a:path>
              <a:path w="4495800" h="4406900">
                <a:moveTo>
                  <a:pt x="2441849" y="0"/>
                </a:moveTo>
                <a:lnTo>
                  <a:pt x="2053950" y="0"/>
                </a:lnTo>
                <a:lnTo>
                  <a:pt x="2006152" y="12700"/>
                </a:lnTo>
                <a:lnTo>
                  <a:pt x="2489647" y="12700"/>
                </a:lnTo>
                <a:lnTo>
                  <a:pt x="2441849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Resultado de imagem para .net masc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278" y="905706"/>
            <a:ext cx="3088723" cy="34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50152" y="5913907"/>
            <a:ext cx="4684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400" dirty="0" err="1" smtClean="0">
                <a:solidFill>
                  <a:schemeClr val="bg1"/>
                </a:solidFill>
                <a:ea typeface="Verdana" panose="020B0604030504040204" pitchFamily="34" charset="0"/>
              </a:rPr>
              <a:t>Sóstenes</a:t>
            </a:r>
            <a:r>
              <a:rPr lang="pt-BR" sz="4400" dirty="0" smtClean="0">
                <a:solidFill>
                  <a:schemeClr val="bg1"/>
                </a:solidFill>
                <a:ea typeface="Verdana" panose="020B0604030504040204" pitchFamily="34" charset="0"/>
              </a:rPr>
              <a:t> Gonçalves</a:t>
            </a:r>
            <a:endParaRPr lang="pt-BR" sz="4800" dirty="0">
              <a:solidFill>
                <a:schemeClr val="bg1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15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/>
          <p:cNvSpPr txBox="1"/>
          <p:nvPr/>
        </p:nvSpPr>
        <p:spPr>
          <a:xfrm>
            <a:off x="173107" y="823567"/>
            <a:ext cx="11108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dirty="0" smtClean="0">
                <a:solidFill>
                  <a:schemeClr val="bg1"/>
                </a:solidFill>
                <a:ea typeface="Verdana" panose="020B0604030504040204" pitchFamily="34" charset="0"/>
              </a:rPr>
              <a:t>Thread Pool / </a:t>
            </a:r>
            <a:r>
              <a:rPr lang="pt-BR" sz="5400" dirty="0" err="1">
                <a:solidFill>
                  <a:schemeClr val="bg1"/>
                </a:solidFill>
                <a:cs typeface="Segoe UI" panose="020B0502040204020203" pitchFamily="34" charset="0"/>
              </a:rPr>
              <a:t>SynchronizationContext</a:t>
            </a:r>
            <a:r>
              <a:rPr lang="pt-BR" sz="5400" dirty="0" smtClean="0">
                <a:solidFill>
                  <a:schemeClr val="bg1"/>
                </a:solidFill>
                <a:ea typeface="Verdana" panose="020B0604030504040204" pitchFamily="34" charset="0"/>
              </a:rPr>
              <a:t> </a:t>
            </a:r>
            <a:endParaRPr lang="pt-BR" sz="6000" dirty="0">
              <a:solidFill>
                <a:schemeClr val="bg1"/>
              </a:solidFill>
              <a:ea typeface="Verdana" panose="020B0604030504040204" pitchFamily="34" charset="0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0" y="-34306"/>
            <a:ext cx="65" cy="5258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8887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5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/>
          <p:cNvSpPr/>
          <p:nvPr/>
        </p:nvSpPr>
        <p:spPr>
          <a:xfrm>
            <a:off x="6713686" y="573576"/>
            <a:ext cx="4871067" cy="4900683"/>
          </a:xfrm>
          <a:custGeom>
            <a:avLst/>
            <a:gdLst/>
            <a:ahLst/>
            <a:cxnLst/>
            <a:rect l="l" t="t" r="r" b="b"/>
            <a:pathLst>
              <a:path w="4495800" h="4417060">
                <a:moveTo>
                  <a:pt x="0" y="2208276"/>
                </a:moveTo>
                <a:lnTo>
                  <a:pt x="520" y="2160256"/>
                </a:lnTo>
                <a:lnTo>
                  <a:pt x="2076" y="2112486"/>
                </a:lnTo>
                <a:lnTo>
                  <a:pt x="4657" y="2064977"/>
                </a:lnTo>
                <a:lnTo>
                  <a:pt x="8251" y="2017739"/>
                </a:lnTo>
                <a:lnTo>
                  <a:pt x="12849" y="1970783"/>
                </a:lnTo>
                <a:lnTo>
                  <a:pt x="18439" y="1924117"/>
                </a:lnTo>
                <a:lnTo>
                  <a:pt x="25012" y="1877754"/>
                </a:lnTo>
                <a:lnTo>
                  <a:pt x="32556" y="1831703"/>
                </a:lnTo>
                <a:lnTo>
                  <a:pt x="41061" y="1785975"/>
                </a:lnTo>
                <a:lnTo>
                  <a:pt x="50517" y="1740580"/>
                </a:lnTo>
                <a:lnTo>
                  <a:pt x="60913" y="1695529"/>
                </a:lnTo>
                <a:lnTo>
                  <a:pt x="72239" y="1650831"/>
                </a:lnTo>
                <a:lnTo>
                  <a:pt x="84484" y="1606497"/>
                </a:lnTo>
                <a:lnTo>
                  <a:pt x="97636" y="1562538"/>
                </a:lnTo>
                <a:lnTo>
                  <a:pt x="111687" y="1518963"/>
                </a:lnTo>
                <a:lnTo>
                  <a:pt x="126625" y="1475784"/>
                </a:lnTo>
                <a:lnTo>
                  <a:pt x="142440" y="1433011"/>
                </a:lnTo>
                <a:lnTo>
                  <a:pt x="159122" y="1390653"/>
                </a:lnTo>
                <a:lnTo>
                  <a:pt x="176658" y="1348722"/>
                </a:lnTo>
                <a:lnTo>
                  <a:pt x="195041" y="1307227"/>
                </a:lnTo>
                <a:lnTo>
                  <a:pt x="214257" y="1266179"/>
                </a:lnTo>
                <a:lnTo>
                  <a:pt x="234298" y="1225589"/>
                </a:lnTo>
                <a:lnTo>
                  <a:pt x="255152" y="1185466"/>
                </a:lnTo>
                <a:lnTo>
                  <a:pt x="276809" y="1145821"/>
                </a:lnTo>
                <a:lnTo>
                  <a:pt x="299259" y="1106665"/>
                </a:lnTo>
                <a:lnTo>
                  <a:pt x="322490" y="1068008"/>
                </a:lnTo>
                <a:lnTo>
                  <a:pt x="346493" y="1029860"/>
                </a:lnTo>
                <a:lnTo>
                  <a:pt x="371256" y="992231"/>
                </a:lnTo>
                <a:lnTo>
                  <a:pt x="396770" y="955132"/>
                </a:lnTo>
                <a:lnTo>
                  <a:pt x="423024" y="918573"/>
                </a:lnTo>
                <a:lnTo>
                  <a:pt x="450006" y="882565"/>
                </a:lnTo>
                <a:lnTo>
                  <a:pt x="477708" y="847118"/>
                </a:lnTo>
                <a:lnTo>
                  <a:pt x="506117" y="812242"/>
                </a:lnTo>
                <a:lnTo>
                  <a:pt x="535224" y="777948"/>
                </a:lnTo>
                <a:lnTo>
                  <a:pt x="565017" y="744246"/>
                </a:lnTo>
                <a:lnTo>
                  <a:pt x="595488" y="711146"/>
                </a:lnTo>
                <a:lnTo>
                  <a:pt x="626624" y="678659"/>
                </a:lnTo>
                <a:lnTo>
                  <a:pt x="658415" y="646795"/>
                </a:lnTo>
                <a:lnTo>
                  <a:pt x="690851" y="615564"/>
                </a:lnTo>
                <a:lnTo>
                  <a:pt x="723922" y="584977"/>
                </a:lnTo>
                <a:lnTo>
                  <a:pt x="757616" y="555045"/>
                </a:lnTo>
                <a:lnTo>
                  <a:pt x="791923" y="525776"/>
                </a:lnTo>
                <a:lnTo>
                  <a:pt x="826833" y="497183"/>
                </a:lnTo>
                <a:lnTo>
                  <a:pt x="862335" y="469275"/>
                </a:lnTo>
                <a:lnTo>
                  <a:pt x="898418" y="442063"/>
                </a:lnTo>
                <a:lnTo>
                  <a:pt x="935073" y="415556"/>
                </a:lnTo>
                <a:lnTo>
                  <a:pt x="972288" y="389766"/>
                </a:lnTo>
                <a:lnTo>
                  <a:pt x="1010052" y="364702"/>
                </a:lnTo>
                <a:lnTo>
                  <a:pt x="1048356" y="340376"/>
                </a:lnTo>
                <a:lnTo>
                  <a:pt x="1087189" y="316797"/>
                </a:lnTo>
                <a:lnTo>
                  <a:pt x="1126540" y="293975"/>
                </a:lnTo>
                <a:lnTo>
                  <a:pt x="1166399" y="271922"/>
                </a:lnTo>
                <a:lnTo>
                  <a:pt x="1206755" y="250647"/>
                </a:lnTo>
                <a:lnTo>
                  <a:pt x="1247597" y="230161"/>
                </a:lnTo>
                <a:lnTo>
                  <a:pt x="1288916" y="210474"/>
                </a:lnTo>
                <a:lnTo>
                  <a:pt x="1330700" y="191597"/>
                </a:lnTo>
                <a:lnTo>
                  <a:pt x="1372939" y="173539"/>
                </a:lnTo>
                <a:lnTo>
                  <a:pt x="1415622" y="156312"/>
                </a:lnTo>
                <a:lnTo>
                  <a:pt x="1458740" y="139925"/>
                </a:lnTo>
                <a:lnTo>
                  <a:pt x="1502280" y="124389"/>
                </a:lnTo>
                <a:lnTo>
                  <a:pt x="1546234" y="109715"/>
                </a:lnTo>
                <a:lnTo>
                  <a:pt x="1590590" y="95912"/>
                </a:lnTo>
                <a:lnTo>
                  <a:pt x="1635337" y="82991"/>
                </a:lnTo>
                <a:lnTo>
                  <a:pt x="1680466" y="70963"/>
                </a:lnTo>
                <a:lnTo>
                  <a:pt x="1725965" y="59838"/>
                </a:lnTo>
                <a:lnTo>
                  <a:pt x="1771824" y="49625"/>
                </a:lnTo>
                <a:lnTo>
                  <a:pt x="1818033" y="40336"/>
                </a:lnTo>
                <a:lnTo>
                  <a:pt x="1864580" y="31981"/>
                </a:lnTo>
                <a:lnTo>
                  <a:pt x="1911457" y="24570"/>
                </a:lnTo>
                <a:lnTo>
                  <a:pt x="1958651" y="18113"/>
                </a:lnTo>
                <a:lnTo>
                  <a:pt x="2006152" y="12622"/>
                </a:lnTo>
                <a:lnTo>
                  <a:pt x="2053950" y="8105"/>
                </a:lnTo>
                <a:lnTo>
                  <a:pt x="2102034" y="4575"/>
                </a:lnTo>
                <a:lnTo>
                  <a:pt x="2150394" y="2040"/>
                </a:lnTo>
                <a:lnTo>
                  <a:pt x="2199020" y="511"/>
                </a:lnTo>
                <a:lnTo>
                  <a:pt x="2247900" y="0"/>
                </a:lnTo>
                <a:lnTo>
                  <a:pt x="2296779" y="511"/>
                </a:lnTo>
                <a:lnTo>
                  <a:pt x="2345405" y="2040"/>
                </a:lnTo>
                <a:lnTo>
                  <a:pt x="2393765" y="4575"/>
                </a:lnTo>
                <a:lnTo>
                  <a:pt x="2441849" y="8105"/>
                </a:lnTo>
                <a:lnTo>
                  <a:pt x="2489647" y="12622"/>
                </a:lnTo>
                <a:lnTo>
                  <a:pt x="2537148" y="18113"/>
                </a:lnTo>
                <a:lnTo>
                  <a:pt x="2584342" y="24570"/>
                </a:lnTo>
                <a:lnTo>
                  <a:pt x="2631219" y="31981"/>
                </a:lnTo>
                <a:lnTo>
                  <a:pt x="2677766" y="40336"/>
                </a:lnTo>
                <a:lnTo>
                  <a:pt x="2723975" y="49625"/>
                </a:lnTo>
                <a:lnTo>
                  <a:pt x="2769834" y="59838"/>
                </a:lnTo>
                <a:lnTo>
                  <a:pt x="2815333" y="70963"/>
                </a:lnTo>
                <a:lnTo>
                  <a:pt x="2860462" y="82991"/>
                </a:lnTo>
                <a:lnTo>
                  <a:pt x="2905209" y="95912"/>
                </a:lnTo>
                <a:lnTo>
                  <a:pt x="2949565" y="109715"/>
                </a:lnTo>
                <a:lnTo>
                  <a:pt x="2993519" y="124389"/>
                </a:lnTo>
                <a:lnTo>
                  <a:pt x="3037059" y="139925"/>
                </a:lnTo>
                <a:lnTo>
                  <a:pt x="3080177" y="156312"/>
                </a:lnTo>
                <a:lnTo>
                  <a:pt x="3122860" y="173539"/>
                </a:lnTo>
                <a:lnTo>
                  <a:pt x="3165099" y="191597"/>
                </a:lnTo>
                <a:lnTo>
                  <a:pt x="3206883" y="210474"/>
                </a:lnTo>
                <a:lnTo>
                  <a:pt x="3248202" y="230161"/>
                </a:lnTo>
                <a:lnTo>
                  <a:pt x="3289044" y="250647"/>
                </a:lnTo>
                <a:lnTo>
                  <a:pt x="3329400" y="271922"/>
                </a:lnTo>
                <a:lnTo>
                  <a:pt x="3369259" y="293975"/>
                </a:lnTo>
                <a:lnTo>
                  <a:pt x="3408610" y="316797"/>
                </a:lnTo>
                <a:lnTo>
                  <a:pt x="3447443" y="340376"/>
                </a:lnTo>
                <a:lnTo>
                  <a:pt x="3485747" y="364702"/>
                </a:lnTo>
                <a:lnTo>
                  <a:pt x="3523511" y="389766"/>
                </a:lnTo>
                <a:lnTo>
                  <a:pt x="3560726" y="415556"/>
                </a:lnTo>
                <a:lnTo>
                  <a:pt x="3597381" y="442063"/>
                </a:lnTo>
                <a:lnTo>
                  <a:pt x="3633464" y="469275"/>
                </a:lnTo>
                <a:lnTo>
                  <a:pt x="3668966" y="497183"/>
                </a:lnTo>
                <a:lnTo>
                  <a:pt x="3703876" y="525776"/>
                </a:lnTo>
                <a:lnTo>
                  <a:pt x="3738183" y="555045"/>
                </a:lnTo>
                <a:lnTo>
                  <a:pt x="3771877" y="584977"/>
                </a:lnTo>
                <a:lnTo>
                  <a:pt x="3804948" y="615564"/>
                </a:lnTo>
                <a:lnTo>
                  <a:pt x="3837384" y="646795"/>
                </a:lnTo>
                <a:lnTo>
                  <a:pt x="3869175" y="678659"/>
                </a:lnTo>
                <a:lnTo>
                  <a:pt x="3900311" y="711146"/>
                </a:lnTo>
                <a:lnTo>
                  <a:pt x="3930782" y="744246"/>
                </a:lnTo>
                <a:lnTo>
                  <a:pt x="3960575" y="777948"/>
                </a:lnTo>
                <a:lnTo>
                  <a:pt x="3989682" y="812242"/>
                </a:lnTo>
                <a:lnTo>
                  <a:pt x="4018091" y="847118"/>
                </a:lnTo>
                <a:lnTo>
                  <a:pt x="4045793" y="882565"/>
                </a:lnTo>
                <a:lnTo>
                  <a:pt x="4072775" y="918573"/>
                </a:lnTo>
                <a:lnTo>
                  <a:pt x="4099029" y="955132"/>
                </a:lnTo>
                <a:lnTo>
                  <a:pt x="4124543" y="992231"/>
                </a:lnTo>
                <a:lnTo>
                  <a:pt x="4149306" y="1029860"/>
                </a:lnTo>
                <a:lnTo>
                  <a:pt x="4173309" y="1068008"/>
                </a:lnTo>
                <a:lnTo>
                  <a:pt x="4196540" y="1106665"/>
                </a:lnTo>
                <a:lnTo>
                  <a:pt x="4218990" y="1145821"/>
                </a:lnTo>
                <a:lnTo>
                  <a:pt x="4240647" y="1185466"/>
                </a:lnTo>
                <a:lnTo>
                  <a:pt x="4261501" y="1225589"/>
                </a:lnTo>
                <a:lnTo>
                  <a:pt x="4281542" y="1266179"/>
                </a:lnTo>
                <a:lnTo>
                  <a:pt x="4300758" y="1307227"/>
                </a:lnTo>
                <a:lnTo>
                  <a:pt x="4319141" y="1348722"/>
                </a:lnTo>
                <a:lnTo>
                  <a:pt x="4336677" y="1390653"/>
                </a:lnTo>
                <a:lnTo>
                  <a:pt x="4353359" y="1433011"/>
                </a:lnTo>
                <a:lnTo>
                  <a:pt x="4369174" y="1475784"/>
                </a:lnTo>
                <a:lnTo>
                  <a:pt x="4384112" y="1518963"/>
                </a:lnTo>
                <a:lnTo>
                  <a:pt x="4398163" y="1562538"/>
                </a:lnTo>
                <a:lnTo>
                  <a:pt x="4411315" y="1606497"/>
                </a:lnTo>
                <a:lnTo>
                  <a:pt x="4423560" y="1650831"/>
                </a:lnTo>
                <a:lnTo>
                  <a:pt x="4434886" y="1695529"/>
                </a:lnTo>
                <a:lnTo>
                  <a:pt x="4445282" y="1740580"/>
                </a:lnTo>
                <a:lnTo>
                  <a:pt x="4454738" y="1785975"/>
                </a:lnTo>
                <a:lnTo>
                  <a:pt x="4463243" y="1831703"/>
                </a:lnTo>
                <a:lnTo>
                  <a:pt x="4470787" y="1877754"/>
                </a:lnTo>
                <a:lnTo>
                  <a:pt x="4477360" y="1924117"/>
                </a:lnTo>
                <a:lnTo>
                  <a:pt x="4482950" y="1970783"/>
                </a:lnTo>
                <a:lnTo>
                  <a:pt x="4487548" y="2017739"/>
                </a:lnTo>
                <a:lnTo>
                  <a:pt x="4491142" y="2064977"/>
                </a:lnTo>
                <a:lnTo>
                  <a:pt x="4493723" y="2112486"/>
                </a:lnTo>
                <a:lnTo>
                  <a:pt x="4495279" y="2160256"/>
                </a:lnTo>
                <a:lnTo>
                  <a:pt x="4495800" y="2208276"/>
                </a:lnTo>
                <a:lnTo>
                  <a:pt x="4495279" y="2256295"/>
                </a:lnTo>
                <a:lnTo>
                  <a:pt x="4493723" y="2304065"/>
                </a:lnTo>
                <a:lnTo>
                  <a:pt x="4491142" y="2351574"/>
                </a:lnTo>
                <a:lnTo>
                  <a:pt x="4487548" y="2398812"/>
                </a:lnTo>
                <a:lnTo>
                  <a:pt x="4482950" y="2445768"/>
                </a:lnTo>
                <a:lnTo>
                  <a:pt x="4477360" y="2492434"/>
                </a:lnTo>
                <a:lnTo>
                  <a:pt x="4470787" y="2538797"/>
                </a:lnTo>
                <a:lnTo>
                  <a:pt x="4463243" y="2584848"/>
                </a:lnTo>
                <a:lnTo>
                  <a:pt x="4454738" y="2630576"/>
                </a:lnTo>
                <a:lnTo>
                  <a:pt x="4445282" y="2675971"/>
                </a:lnTo>
                <a:lnTo>
                  <a:pt x="4434886" y="2721022"/>
                </a:lnTo>
                <a:lnTo>
                  <a:pt x="4423560" y="2765720"/>
                </a:lnTo>
                <a:lnTo>
                  <a:pt x="4411315" y="2810054"/>
                </a:lnTo>
                <a:lnTo>
                  <a:pt x="4398163" y="2854013"/>
                </a:lnTo>
                <a:lnTo>
                  <a:pt x="4384112" y="2897588"/>
                </a:lnTo>
                <a:lnTo>
                  <a:pt x="4369174" y="2940767"/>
                </a:lnTo>
                <a:lnTo>
                  <a:pt x="4353359" y="2983540"/>
                </a:lnTo>
                <a:lnTo>
                  <a:pt x="4336677" y="3025898"/>
                </a:lnTo>
                <a:lnTo>
                  <a:pt x="4319141" y="3067829"/>
                </a:lnTo>
                <a:lnTo>
                  <a:pt x="4300758" y="3109324"/>
                </a:lnTo>
                <a:lnTo>
                  <a:pt x="4281542" y="3150372"/>
                </a:lnTo>
                <a:lnTo>
                  <a:pt x="4261501" y="3190962"/>
                </a:lnTo>
                <a:lnTo>
                  <a:pt x="4240647" y="3231085"/>
                </a:lnTo>
                <a:lnTo>
                  <a:pt x="4218990" y="3270730"/>
                </a:lnTo>
                <a:lnTo>
                  <a:pt x="4196540" y="3309886"/>
                </a:lnTo>
                <a:lnTo>
                  <a:pt x="4173309" y="3348543"/>
                </a:lnTo>
                <a:lnTo>
                  <a:pt x="4149306" y="3386691"/>
                </a:lnTo>
                <a:lnTo>
                  <a:pt x="4124543" y="3424320"/>
                </a:lnTo>
                <a:lnTo>
                  <a:pt x="4099029" y="3461419"/>
                </a:lnTo>
                <a:lnTo>
                  <a:pt x="4072775" y="3497978"/>
                </a:lnTo>
                <a:lnTo>
                  <a:pt x="4045793" y="3533986"/>
                </a:lnTo>
                <a:lnTo>
                  <a:pt x="4018091" y="3569433"/>
                </a:lnTo>
                <a:lnTo>
                  <a:pt x="3989682" y="3604309"/>
                </a:lnTo>
                <a:lnTo>
                  <a:pt x="3960575" y="3638603"/>
                </a:lnTo>
                <a:lnTo>
                  <a:pt x="3930782" y="3672305"/>
                </a:lnTo>
                <a:lnTo>
                  <a:pt x="3900311" y="3705405"/>
                </a:lnTo>
                <a:lnTo>
                  <a:pt x="3869175" y="3737892"/>
                </a:lnTo>
                <a:lnTo>
                  <a:pt x="3837384" y="3769756"/>
                </a:lnTo>
                <a:lnTo>
                  <a:pt x="3804948" y="3800987"/>
                </a:lnTo>
                <a:lnTo>
                  <a:pt x="3771877" y="3831574"/>
                </a:lnTo>
                <a:lnTo>
                  <a:pt x="3738183" y="3861506"/>
                </a:lnTo>
                <a:lnTo>
                  <a:pt x="3703876" y="3890775"/>
                </a:lnTo>
                <a:lnTo>
                  <a:pt x="3668966" y="3919368"/>
                </a:lnTo>
                <a:lnTo>
                  <a:pt x="3633464" y="3947276"/>
                </a:lnTo>
                <a:lnTo>
                  <a:pt x="3597381" y="3974488"/>
                </a:lnTo>
                <a:lnTo>
                  <a:pt x="3560726" y="4000995"/>
                </a:lnTo>
                <a:lnTo>
                  <a:pt x="3523511" y="4026785"/>
                </a:lnTo>
                <a:lnTo>
                  <a:pt x="3485747" y="4051849"/>
                </a:lnTo>
                <a:lnTo>
                  <a:pt x="3447443" y="4076175"/>
                </a:lnTo>
                <a:lnTo>
                  <a:pt x="3408610" y="4099754"/>
                </a:lnTo>
                <a:lnTo>
                  <a:pt x="3369259" y="4122576"/>
                </a:lnTo>
                <a:lnTo>
                  <a:pt x="3329400" y="4144629"/>
                </a:lnTo>
                <a:lnTo>
                  <a:pt x="3289044" y="4165904"/>
                </a:lnTo>
                <a:lnTo>
                  <a:pt x="3248202" y="4186390"/>
                </a:lnTo>
                <a:lnTo>
                  <a:pt x="3206883" y="4206077"/>
                </a:lnTo>
                <a:lnTo>
                  <a:pt x="3165099" y="4224954"/>
                </a:lnTo>
                <a:lnTo>
                  <a:pt x="3122860" y="4243012"/>
                </a:lnTo>
                <a:lnTo>
                  <a:pt x="3080177" y="4260239"/>
                </a:lnTo>
                <a:lnTo>
                  <a:pt x="3037059" y="4276626"/>
                </a:lnTo>
                <a:lnTo>
                  <a:pt x="2993519" y="4292162"/>
                </a:lnTo>
                <a:lnTo>
                  <a:pt x="2949565" y="4306836"/>
                </a:lnTo>
                <a:lnTo>
                  <a:pt x="2905209" y="4320639"/>
                </a:lnTo>
                <a:lnTo>
                  <a:pt x="2860462" y="4333560"/>
                </a:lnTo>
                <a:lnTo>
                  <a:pt x="2815333" y="4345588"/>
                </a:lnTo>
                <a:lnTo>
                  <a:pt x="2769834" y="4356713"/>
                </a:lnTo>
                <a:lnTo>
                  <a:pt x="2723975" y="4366926"/>
                </a:lnTo>
                <a:lnTo>
                  <a:pt x="2677766" y="4376215"/>
                </a:lnTo>
                <a:lnTo>
                  <a:pt x="2631219" y="4384570"/>
                </a:lnTo>
                <a:lnTo>
                  <a:pt x="2584342" y="4391981"/>
                </a:lnTo>
                <a:lnTo>
                  <a:pt x="2537148" y="4398438"/>
                </a:lnTo>
                <a:lnTo>
                  <a:pt x="2489647" y="4403929"/>
                </a:lnTo>
                <a:lnTo>
                  <a:pt x="2441849" y="4408446"/>
                </a:lnTo>
                <a:lnTo>
                  <a:pt x="2393765" y="4411976"/>
                </a:lnTo>
                <a:lnTo>
                  <a:pt x="2345405" y="4414511"/>
                </a:lnTo>
                <a:lnTo>
                  <a:pt x="2296779" y="4416040"/>
                </a:lnTo>
                <a:lnTo>
                  <a:pt x="2247900" y="4416552"/>
                </a:lnTo>
                <a:lnTo>
                  <a:pt x="2199020" y="4416040"/>
                </a:lnTo>
                <a:lnTo>
                  <a:pt x="2150394" y="4414511"/>
                </a:lnTo>
                <a:lnTo>
                  <a:pt x="2102034" y="4411976"/>
                </a:lnTo>
                <a:lnTo>
                  <a:pt x="2053950" y="4408446"/>
                </a:lnTo>
                <a:lnTo>
                  <a:pt x="2006152" y="4403929"/>
                </a:lnTo>
                <a:lnTo>
                  <a:pt x="1958651" y="4398438"/>
                </a:lnTo>
                <a:lnTo>
                  <a:pt x="1911457" y="4391981"/>
                </a:lnTo>
                <a:lnTo>
                  <a:pt x="1864580" y="4384570"/>
                </a:lnTo>
                <a:lnTo>
                  <a:pt x="1818033" y="4376215"/>
                </a:lnTo>
                <a:lnTo>
                  <a:pt x="1771824" y="4366926"/>
                </a:lnTo>
                <a:lnTo>
                  <a:pt x="1725965" y="4356713"/>
                </a:lnTo>
                <a:lnTo>
                  <a:pt x="1680466" y="4345588"/>
                </a:lnTo>
                <a:lnTo>
                  <a:pt x="1635337" y="4333560"/>
                </a:lnTo>
                <a:lnTo>
                  <a:pt x="1590590" y="4320639"/>
                </a:lnTo>
                <a:lnTo>
                  <a:pt x="1546234" y="4306836"/>
                </a:lnTo>
                <a:lnTo>
                  <a:pt x="1502280" y="4292162"/>
                </a:lnTo>
                <a:lnTo>
                  <a:pt x="1458740" y="4276626"/>
                </a:lnTo>
                <a:lnTo>
                  <a:pt x="1415622" y="4260239"/>
                </a:lnTo>
                <a:lnTo>
                  <a:pt x="1372939" y="4243012"/>
                </a:lnTo>
                <a:lnTo>
                  <a:pt x="1330700" y="4224954"/>
                </a:lnTo>
                <a:lnTo>
                  <a:pt x="1288916" y="4206077"/>
                </a:lnTo>
                <a:lnTo>
                  <a:pt x="1247597" y="4186390"/>
                </a:lnTo>
                <a:lnTo>
                  <a:pt x="1206755" y="4165904"/>
                </a:lnTo>
                <a:lnTo>
                  <a:pt x="1166399" y="4144629"/>
                </a:lnTo>
                <a:lnTo>
                  <a:pt x="1126540" y="4122576"/>
                </a:lnTo>
                <a:lnTo>
                  <a:pt x="1087189" y="4099754"/>
                </a:lnTo>
                <a:lnTo>
                  <a:pt x="1048356" y="4076175"/>
                </a:lnTo>
                <a:lnTo>
                  <a:pt x="1010052" y="4051849"/>
                </a:lnTo>
                <a:lnTo>
                  <a:pt x="972288" y="4026785"/>
                </a:lnTo>
                <a:lnTo>
                  <a:pt x="935073" y="4000995"/>
                </a:lnTo>
                <a:lnTo>
                  <a:pt x="898418" y="3974488"/>
                </a:lnTo>
                <a:lnTo>
                  <a:pt x="862335" y="3947276"/>
                </a:lnTo>
                <a:lnTo>
                  <a:pt x="826833" y="3919368"/>
                </a:lnTo>
                <a:lnTo>
                  <a:pt x="791923" y="3890775"/>
                </a:lnTo>
                <a:lnTo>
                  <a:pt x="757616" y="3861506"/>
                </a:lnTo>
                <a:lnTo>
                  <a:pt x="723922" y="3831574"/>
                </a:lnTo>
                <a:lnTo>
                  <a:pt x="690851" y="3800987"/>
                </a:lnTo>
                <a:lnTo>
                  <a:pt x="658415" y="3769756"/>
                </a:lnTo>
                <a:lnTo>
                  <a:pt x="626624" y="3737892"/>
                </a:lnTo>
                <a:lnTo>
                  <a:pt x="595488" y="3705405"/>
                </a:lnTo>
                <a:lnTo>
                  <a:pt x="565017" y="3672305"/>
                </a:lnTo>
                <a:lnTo>
                  <a:pt x="535224" y="3638603"/>
                </a:lnTo>
                <a:lnTo>
                  <a:pt x="506117" y="3604309"/>
                </a:lnTo>
                <a:lnTo>
                  <a:pt x="477708" y="3569433"/>
                </a:lnTo>
                <a:lnTo>
                  <a:pt x="450006" y="3533986"/>
                </a:lnTo>
                <a:lnTo>
                  <a:pt x="423024" y="3497978"/>
                </a:lnTo>
                <a:lnTo>
                  <a:pt x="396770" y="3461419"/>
                </a:lnTo>
                <a:lnTo>
                  <a:pt x="371256" y="3424320"/>
                </a:lnTo>
                <a:lnTo>
                  <a:pt x="346493" y="3386691"/>
                </a:lnTo>
                <a:lnTo>
                  <a:pt x="322490" y="3348543"/>
                </a:lnTo>
                <a:lnTo>
                  <a:pt x="299259" y="3309886"/>
                </a:lnTo>
                <a:lnTo>
                  <a:pt x="276809" y="3270730"/>
                </a:lnTo>
                <a:lnTo>
                  <a:pt x="255152" y="3231085"/>
                </a:lnTo>
                <a:lnTo>
                  <a:pt x="234298" y="3190962"/>
                </a:lnTo>
                <a:lnTo>
                  <a:pt x="214257" y="3150372"/>
                </a:lnTo>
                <a:lnTo>
                  <a:pt x="195041" y="3109324"/>
                </a:lnTo>
                <a:lnTo>
                  <a:pt x="176658" y="3067829"/>
                </a:lnTo>
                <a:lnTo>
                  <a:pt x="159122" y="3025898"/>
                </a:lnTo>
                <a:lnTo>
                  <a:pt x="142440" y="2983540"/>
                </a:lnTo>
                <a:lnTo>
                  <a:pt x="126625" y="2940767"/>
                </a:lnTo>
                <a:lnTo>
                  <a:pt x="111687" y="2897588"/>
                </a:lnTo>
                <a:lnTo>
                  <a:pt x="97636" y="2854013"/>
                </a:lnTo>
                <a:lnTo>
                  <a:pt x="84484" y="2810054"/>
                </a:lnTo>
                <a:lnTo>
                  <a:pt x="72239" y="2765720"/>
                </a:lnTo>
                <a:lnTo>
                  <a:pt x="60913" y="2721022"/>
                </a:lnTo>
                <a:lnTo>
                  <a:pt x="50517" y="2675971"/>
                </a:lnTo>
                <a:lnTo>
                  <a:pt x="41061" y="2630576"/>
                </a:lnTo>
                <a:lnTo>
                  <a:pt x="32556" y="2584848"/>
                </a:lnTo>
                <a:lnTo>
                  <a:pt x="25012" y="2538797"/>
                </a:lnTo>
                <a:lnTo>
                  <a:pt x="18439" y="2492434"/>
                </a:lnTo>
                <a:lnTo>
                  <a:pt x="12849" y="2445768"/>
                </a:lnTo>
                <a:lnTo>
                  <a:pt x="8251" y="2398812"/>
                </a:lnTo>
                <a:lnTo>
                  <a:pt x="4657" y="2351574"/>
                </a:lnTo>
                <a:lnTo>
                  <a:pt x="2076" y="2304065"/>
                </a:lnTo>
                <a:lnTo>
                  <a:pt x="520" y="2256295"/>
                </a:lnTo>
                <a:lnTo>
                  <a:pt x="0" y="2208276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6737836" y="583736"/>
            <a:ext cx="4871067" cy="4889411"/>
          </a:xfrm>
          <a:custGeom>
            <a:avLst/>
            <a:gdLst/>
            <a:ahLst/>
            <a:cxnLst/>
            <a:rect l="l" t="t" r="r" b="b"/>
            <a:pathLst>
              <a:path w="4495800" h="4406900">
                <a:moveTo>
                  <a:pt x="2537148" y="4394200"/>
                </a:moveTo>
                <a:lnTo>
                  <a:pt x="1958651" y="4394200"/>
                </a:lnTo>
                <a:lnTo>
                  <a:pt x="2006152" y="4406900"/>
                </a:lnTo>
                <a:lnTo>
                  <a:pt x="2489647" y="4406900"/>
                </a:lnTo>
                <a:lnTo>
                  <a:pt x="2537148" y="4394200"/>
                </a:lnTo>
                <a:close/>
              </a:path>
              <a:path w="4495800" h="4406900">
                <a:moveTo>
                  <a:pt x="2677766" y="4368800"/>
                </a:moveTo>
                <a:lnTo>
                  <a:pt x="1818033" y="4368800"/>
                </a:lnTo>
                <a:lnTo>
                  <a:pt x="1911457" y="4394200"/>
                </a:lnTo>
                <a:lnTo>
                  <a:pt x="2584342" y="4394200"/>
                </a:lnTo>
                <a:lnTo>
                  <a:pt x="2677766" y="4368800"/>
                </a:lnTo>
                <a:close/>
              </a:path>
              <a:path w="4495800" h="4406900">
                <a:moveTo>
                  <a:pt x="2769834" y="50800"/>
                </a:moveTo>
                <a:lnTo>
                  <a:pt x="1725965" y="50800"/>
                </a:lnTo>
                <a:lnTo>
                  <a:pt x="1546234" y="101600"/>
                </a:lnTo>
                <a:lnTo>
                  <a:pt x="1502280" y="127000"/>
                </a:lnTo>
                <a:lnTo>
                  <a:pt x="1372939" y="165100"/>
                </a:lnTo>
                <a:lnTo>
                  <a:pt x="1330700" y="190500"/>
                </a:lnTo>
                <a:lnTo>
                  <a:pt x="1288916" y="203200"/>
                </a:lnTo>
                <a:lnTo>
                  <a:pt x="1247597" y="228600"/>
                </a:lnTo>
                <a:lnTo>
                  <a:pt x="1206755" y="241300"/>
                </a:lnTo>
                <a:lnTo>
                  <a:pt x="1126540" y="292100"/>
                </a:lnTo>
                <a:lnTo>
                  <a:pt x="1048356" y="342900"/>
                </a:lnTo>
                <a:lnTo>
                  <a:pt x="1010052" y="355600"/>
                </a:lnTo>
                <a:lnTo>
                  <a:pt x="935073" y="406400"/>
                </a:lnTo>
                <a:lnTo>
                  <a:pt x="898418" y="444500"/>
                </a:lnTo>
                <a:lnTo>
                  <a:pt x="862335" y="469900"/>
                </a:lnTo>
                <a:lnTo>
                  <a:pt x="826833" y="495300"/>
                </a:lnTo>
                <a:lnTo>
                  <a:pt x="791923" y="520700"/>
                </a:lnTo>
                <a:lnTo>
                  <a:pt x="757616" y="546100"/>
                </a:lnTo>
                <a:lnTo>
                  <a:pt x="723922" y="584200"/>
                </a:lnTo>
                <a:lnTo>
                  <a:pt x="690851" y="609600"/>
                </a:lnTo>
                <a:lnTo>
                  <a:pt x="658415" y="647700"/>
                </a:lnTo>
                <a:lnTo>
                  <a:pt x="626624" y="673100"/>
                </a:lnTo>
                <a:lnTo>
                  <a:pt x="595488" y="711200"/>
                </a:lnTo>
                <a:lnTo>
                  <a:pt x="565017" y="736600"/>
                </a:lnTo>
                <a:lnTo>
                  <a:pt x="535224" y="774700"/>
                </a:lnTo>
                <a:lnTo>
                  <a:pt x="506117" y="812800"/>
                </a:lnTo>
                <a:lnTo>
                  <a:pt x="477708" y="838200"/>
                </a:lnTo>
                <a:lnTo>
                  <a:pt x="450006" y="876300"/>
                </a:lnTo>
                <a:lnTo>
                  <a:pt x="423024" y="914400"/>
                </a:lnTo>
                <a:lnTo>
                  <a:pt x="396770" y="952500"/>
                </a:lnTo>
                <a:lnTo>
                  <a:pt x="371256" y="990600"/>
                </a:lnTo>
                <a:lnTo>
                  <a:pt x="346493" y="1028700"/>
                </a:lnTo>
                <a:lnTo>
                  <a:pt x="322490" y="1066800"/>
                </a:lnTo>
                <a:lnTo>
                  <a:pt x="299259" y="1104900"/>
                </a:lnTo>
                <a:lnTo>
                  <a:pt x="276809" y="1143000"/>
                </a:lnTo>
                <a:lnTo>
                  <a:pt x="255152" y="1181100"/>
                </a:lnTo>
                <a:lnTo>
                  <a:pt x="234298" y="1219200"/>
                </a:lnTo>
                <a:lnTo>
                  <a:pt x="214257" y="1257300"/>
                </a:lnTo>
                <a:lnTo>
                  <a:pt x="195041" y="1308100"/>
                </a:lnTo>
                <a:lnTo>
                  <a:pt x="176658" y="1346200"/>
                </a:lnTo>
                <a:lnTo>
                  <a:pt x="159122" y="1384300"/>
                </a:lnTo>
                <a:lnTo>
                  <a:pt x="142440" y="1435100"/>
                </a:lnTo>
                <a:lnTo>
                  <a:pt x="126625" y="1473200"/>
                </a:lnTo>
                <a:lnTo>
                  <a:pt x="111687" y="1511300"/>
                </a:lnTo>
                <a:lnTo>
                  <a:pt x="97636" y="1562100"/>
                </a:lnTo>
                <a:lnTo>
                  <a:pt x="84484" y="1600200"/>
                </a:lnTo>
                <a:lnTo>
                  <a:pt x="72239" y="1651000"/>
                </a:lnTo>
                <a:lnTo>
                  <a:pt x="60913" y="1689100"/>
                </a:lnTo>
                <a:lnTo>
                  <a:pt x="50517" y="1739900"/>
                </a:lnTo>
                <a:lnTo>
                  <a:pt x="41061" y="1778000"/>
                </a:lnTo>
                <a:lnTo>
                  <a:pt x="32556" y="1828800"/>
                </a:lnTo>
                <a:lnTo>
                  <a:pt x="25012" y="1879600"/>
                </a:lnTo>
                <a:lnTo>
                  <a:pt x="18439" y="1917700"/>
                </a:lnTo>
                <a:lnTo>
                  <a:pt x="12849" y="1968500"/>
                </a:lnTo>
                <a:lnTo>
                  <a:pt x="8251" y="2019300"/>
                </a:lnTo>
                <a:lnTo>
                  <a:pt x="4657" y="2057400"/>
                </a:lnTo>
                <a:lnTo>
                  <a:pt x="2076" y="2108200"/>
                </a:lnTo>
                <a:lnTo>
                  <a:pt x="520" y="2159000"/>
                </a:lnTo>
                <a:lnTo>
                  <a:pt x="0" y="2209800"/>
                </a:lnTo>
                <a:lnTo>
                  <a:pt x="520" y="2247900"/>
                </a:lnTo>
                <a:lnTo>
                  <a:pt x="2076" y="2298700"/>
                </a:lnTo>
                <a:lnTo>
                  <a:pt x="4657" y="2349500"/>
                </a:lnTo>
                <a:lnTo>
                  <a:pt x="8251" y="2400300"/>
                </a:lnTo>
                <a:lnTo>
                  <a:pt x="12849" y="2438400"/>
                </a:lnTo>
                <a:lnTo>
                  <a:pt x="18439" y="2489199"/>
                </a:lnTo>
                <a:lnTo>
                  <a:pt x="25012" y="2539999"/>
                </a:lnTo>
                <a:lnTo>
                  <a:pt x="32556" y="2578099"/>
                </a:lnTo>
                <a:lnTo>
                  <a:pt x="41061" y="2628899"/>
                </a:lnTo>
                <a:lnTo>
                  <a:pt x="50517" y="2666999"/>
                </a:lnTo>
                <a:lnTo>
                  <a:pt x="60913" y="2717799"/>
                </a:lnTo>
                <a:lnTo>
                  <a:pt x="72239" y="2768599"/>
                </a:lnTo>
                <a:lnTo>
                  <a:pt x="84484" y="2806699"/>
                </a:lnTo>
                <a:lnTo>
                  <a:pt x="97636" y="2844799"/>
                </a:lnTo>
                <a:lnTo>
                  <a:pt x="111687" y="2895599"/>
                </a:lnTo>
                <a:lnTo>
                  <a:pt x="126625" y="2933699"/>
                </a:lnTo>
                <a:lnTo>
                  <a:pt x="142440" y="2984499"/>
                </a:lnTo>
                <a:lnTo>
                  <a:pt x="159122" y="3022599"/>
                </a:lnTo>
                <a:lnTo>
                  <a:pt x="176658" y="3060699"/>
                </a:lnTo>
                <a:lnTo>
                  <a:pt x="195041" y="3111499"/>
                </a:lnTo>
                <a:lnTo>
                  <a:pt x="214257" y="3149599"/>
                </a:lnTo>
                <a:lnTo>
                  <a:pt x="234298" y="3187699"/>
                </a:lnTo>
                <a:lnTo>
                  <a:pt x="255152" y="3225799"/>
                </a:lnTo>
                <a:lnTo>
                  <a:pt x="276809" y="3263900"/>
                </a:lnTo>
                <a:lnTo>
                  <a:pt x="299259" y="3302000"/>
                </a:lnTo>
                <a:lnTo>
                  <a:pt x="322490" y="3340100"/>
                </a:lnTo>
                <a:lnTo>
                  <a:pt x="346493" y="3378200"/>
                </a:lnTo>
                <a:lnTo>
                  <a:pt x="371256" y="3416300"/>
                </a:lnTo>
                <a:lnTo>
                  <a:pt x="396770" y="3454400"/>
                </a:lnTo>
                <a:lnTo>
                  <a:pt x="423024" y="3492500"/>
                </a:lnTo>
                <a:lnTo>
                  <a:pt x="450006" y="3530600"/>
                </a:lnTo>
                <a:lnTo>
                  <a:pt x="477708" y="3568700"/>
                </a:lnTo>
                <a:lnTo>
                  <a:pt x="506117" y="3606800"/>
                </a:lnTo>
                <a:lnTo>
                  <a:pt x="535224" y="3632200"/>
                </a:lnTo>
                <a:lnTo>
                  <a:pt x="565017" y="3670300"/>
                </a:lnTo>
                <a:lnTo>
                  <a:pt x="595488" y="3708400"/>
                </a:lnTo>
                <a:lnTo>
                  <a:pt x="626624" y="3733800"/>
                </a:lnTo>
                <a:lnTo>
                  <a:pt x="658415" y="3771900"/>
                </a:lnTo>
                <a:lnTo>
                  <a:pt x="690851" y="3797300"/>
                </a:lnTo>
                <a:lnTo>
                  <a:pt x="723922" y="3822700"/>
                </a:lnTo>
                <a:lnTo>
                  <a:pt x="757616" y="3860800"/>
                </a:lnTo>
                <a:lnTo>
                  <a:pt x="791923" y="3886200"/>
                </a:lnTo>
                <a:lnTo>
                  <a:pt x="826833" y="3911600"/>
                </a:lnTo>
                <a:lnTo>
                  <a:pt x="862335" y="3949700"/>
                </a:lnTo>
                <a:lnTo>
                  <a:pt x="898418" y="3975100"/>
                </a:lnTo>
                <a:lnTo>
                  <a:pt x="935073" y="4000500"/>
                </a:lnTo>
                <a:lnTo>
                  <a:pt x="1010052" y="4051300"/>
                </a:lnTo>
                <a:lnTo>
                  <a:pt x="1087189" y="4102100"/>
                </a:lnTo>
                <a:lnTo>
                  <a:pt x="1126540" y="4114800"/>
                </a:lnTo>
                <a:lnTo>
                  <a:pt x="1206755" y="4165600"/>
                </a:lnTo>
                <a:lnTo>
                  <a:pt x="1247597" y="4178300"/>
                </a:lnTo>
                <a:lnTo>
                  <a:pt x="1288916" y="4203700"/>
                </a:lnTo>
                <a:lnTo>
                  <a:pt x="1330700" y="4216400"/>
                </a:lnTo>
                <a:lnTo>
                  <a:pt x="1372939" y="4241800"/>
                </a:lnTo>
                <a:lnTo>
                  <a:pt x="1458740" y="4267200"/>
                </a:lnTo>
                <a:lnTo>
                  <a:pt x="1502280" y="4292600"/>
                </a:lnTo>
                <a:lnTo>
                  <a:pt x="1771824" y="4368800"/>
                </a:lnTo>
                <a:lnTo>
                  <a:pt x="2723975" y="4368800"/>
                </a:lnTo>
                <a:lnTo>
                  <a:pt x="2993519" y="4292600"/>
                </a:lnTo>
                <a:lnTo>
                  <a:pt x="3037059" y="4267200"/>
                </a:lnTo>
                <a:lnTo>
                  <a:pt x="3122860" y="4241800"/>
                </a:lnTo>
                <a:lnTo>
                  <a:pt x="3165099" y="4216400"/>
                </a:lnTo>
                <a:lnTo>
                  <a:pt x="3206883" y="4203700"/>
                </a:lnTo>
                <a:lnTo>
                  <a:pt x="3248202" y="4178300"/>
                </a:lnTo>
                <a:lnTo>
                  <a:pt x="3289044" y="4165600"/>
                </a:lnTo>
                <a:lnTo>
                  <a:pt x="3369259" y="4114800"/>
                </a:lnTo>
                <a:lnTo>
                  <a:pt x="3408610" y="4102100"/>
                </a:lnTo>
                <a:lnTo>
                  <a:pt x="3485747" y="4051300"/>
                </a:lnTo>
                <a:lnTo>
                  <a:pt x="3560726" y="4000500"/>
                </a:lnTo>
                <a:lnTo>
                  <a:pt x="3597381" y="3975100"/>
                </a:lnTo>
                <a:lnTo>
                  <a:pt x="3633464" y="3949700"/>
                </a:lnTo>
                <a:lnTo>
                  <a:pt x="3668966" y="3911600"/>
                </a:lnTo>
                <a:lnTo>
                  <a:pt x="3703876" y="3886200"/>
                </a:lnTo>
                <a:lnTo>
                  <a:pt x="3738183" y="3860800"/>
                </a:lnTo>
                <a:lnTo>
                  <a:pt x="3771877" y="3822700"/>
                </a:lnTo>
                <a:lnTo>
                  <a:pt x="3804948" y="3797300"/>
                </a:lnTo>
                <a:lnTo>
                  <a:pt x="3837384" y="3771900"/>
                </a:lnTo>
                <a:lnTo>
                  <a:pt x="3869175" y="3733800"/>
                </a:lnTo>
                <a:lnTo>
                  <a:pt x="3900311" y="3708400"/>
                </a:lnTo>
                <a:lnTo>
                  <a:pt x="3930782" y="3670300"/>
                </a:lnTo>
                <a:lnTo>
                  <a:pt x="3960575" y="3632200"/>
                </a:lnTo>
                <a:lnTo>
                  <a:pt x="3989682" y="3606800"/>
                </a:lnTo>
                <a:lnTo>
                  <a:pt x="4018091" y="3568700"/>
                </a:lnTo>
                <a:lnTo>
                  <a:pt x="4045793" y="3530600"/>
                </a:lnTo>
                <a:lnTo>
                  <a:pt x="4072775" y="3492500"/>
                </a:lnTo>
                <a:lnTo>
                  <a:pt x="4099029" y="3454400"/>
                </a:lnTo>
                <a:lnTo>
                  <a:pt x="4124543" y="3416300"/>
                </a:lnTo>
                <a:lnTo>
                  <a:pt x="4149306" y="3378200"/>
                </a:lnTo>
                <a:lnTo>
                  <a:pt x="4173309" y="3340100"/>
                </a:lnTo>
                <a:lnTo>
                  <a:pt x="4196540" y="3302000"/>
                </a:lnTo>
                <a:lnTo>
                  <a:pt x="4218990" y="3263900"/>
                </a:lnTo>
                <a:lnTo>
                  <a:pt x="4240647" y="3225799"/>
                </a:lnTo>
                <a:lnTo>
                  <a:pt x="4261501" y="3187699"/>
                </a:lnTo>
                <a:lnTo>
                  <a:pt x="4281542" y="3149599"/>
                </a:lnTo>
                <a:lnTo>
                  <a:pt x="4300758" y="3111499"/>
                </a:lnTo>
                <a:lnTo>
                  <a:pt x="4319141" y="3060699"/>
                </a:lnTo>
                <a:lnTo>
                  <a:pt x="4336677" y="3022599"/>
                </a:lnTo>
                <a:lnTo>
                  <a:pt x="4353359" y="2984499"/>
                </a:lnTo>
                <a:lnTo>
                  <a:pt x="4369174" y="2933699"/>
                </a:lnTo>
                <a:lnTo>
                  <a:pt x="4384112" y="2895599"/>
                </a:lnTo>
                <a:lnTo>
                  <a:pt x="4398163" y="2844799"/>
                </a:lnTo>
                <a:lnTo>
                  <a:pt x="4411315" y="2806699"/>
                </a:lnTo>
                <a:lnTo>
                  <a:pt x="4423560" y="2768599"/>
                </a:lnTo>
                <a:lnTo>
                  <a:pt x="4434886" y="2717799"/>
                </a:lnTo>
                <a:lnTo>
                  <a:pt x="4445282" y="2666999"/>
                </a:lnTo>
                <a:lnTo>
                  <a:pt x="4454738" y="2628899"/>
                </a:lnTo>
                <a:lnTo>
                  <a:pt x="4463243" y="2578099"/>
                </a:lnTo>
                <a:lnTo>
                  <a:pt x="4470787" y="2539999"/>
                </a:lnTo>
                <a:lnTo>
                  <a:pt x="4477360" y="2489199"/>
                </a:lnTo>
                <a:lnTo>
                  <a:pt x="4482950" y="2438400"/>
                </a:lnTo>
                <a:lnTo>
                  <a:pt x="4487548" y="2400300"/>
                </a:lnTo>
                <a:lnTo>
                  <a:pt x="4491142" y="2349500"/>
                </a:lnTo>
                <a:lnTo>
                  <a:pt x="4493723" y="2298700"/>
                </a:lnTo>
                <a:lnTo>
                  <a:pt x="4495279" y="2247900"/>
                </a:lnTo>
                <a:lnTo>
                  <a:pt x="4495800" y="2209800"/>
                </a:lnTo>
                <a:lnTo>
                  <a:pt x="4495279" y="2159000"/>
                </a:lnTo>
                <a:lnTo>
                  <a:pt x="4493723" y="2108200"/>
                </a:lnTo>
                <a:lnTo>
                  <a:pt x="4491142" y="2057400"/>
                </a:lnTo>
                <a:lnTo>
                  <a:pt x="4487548" y="2019300"/>
                </a:lnTo>
                <a:lnTo>
                  <a:pt x="4482950" y="1968500"/>
                </a:lnTo>
                <a:lnTo>
                  <a:pt x="4477360" y="1917700"/>
                </a:lnTo>
                <a:lnTo>
                  <a:pt x="4470787" y="1879600"/>
                </a:lnTo>
                <a:lnTo>
                  <a:pt x="4463243" y="1828800"/>
                </a:lnTo>
                <a:lnTo>
                  <a:pt x="4454738" y="1778000"/>
                </a:lnTo>
                <a:lnTo>
                  <a:pt x="4445282" y="1739900"/>
                </a:lnTo>
                <a:lnTo>
                  <a:pt x="4434886" y="1689100"/>
                </a:lnTo>
                <a:lnTo>
                  <a:pt x="4423560" y="1651000"/>
                </a:lnTo>
                <a:lnTo>
                  <a:pt x="4411315" y="1600200"/>
                </a:lnTo>
                <a:lnTo>
                  <a:pt x="4398163" y="1562100"/>
                </a:lnTo>
                <a:lnTo>
                  <a:pt x="4384112" y="1511300"/>
                </a:lnTo>
                <a:lnTo>
                  <a:pt x="4369174" y="1473200"/>
                </a:lnTo>
                <a:lnTo>
                  <a:pt x="4353359" y="1435100"/>
                </a:lnTo>
                <a:lnTo>
                  <a:pt x="4336677" y="1384300"/>
                </a:lnTo>
                <a:lnTo>
                  <a:pt x="4319141" y="1346200"/>
                </a:lnTo>
                <a:lnTo>
                  <a:pt x="4300758" y="1308100"/>
                </a:lnTo>
                <a:lnTo>
                  <a:pt x="4281542" y="1257300"/>
                </a:lnTo>
                <a:lnTo>
                  <a:pt x="4261501" y="1219200"/>
                </a:lnTo>
                <a:lnTo>
                  <a:pt x="4240647" y="1181100"/>
                </a:lnTo>
                <a:lnTo>
                  <a:pt x="4218990" y="1143000"/>
                </a:lnTo>
                <a:lnTo>
                  <a:pt x="4196540" y="1104900"/>
                </a:lnTo>
                <a:lnTo>
                  <a:pt x="4173309" y="1066800"/>
                </a:lnTo>
                <a:lnTo>
                  <a:pt x="4149306" y="1028700"/>
                </a:lnTo>
                <a:lnTo>
                  <a:pt x="4124543" y="990600"/>
                </a:lnTo>
                <a:lnTo>
                  <a:pt x="4099029" y="952500"/>
                </a:lnTo>
                <a:lnTo>
                  <a:pt x="4072775" y="914400"/>
                </a:lnTo>
                <a:lnTo>
                  <a:pt x="4045793" y="876300"/>
                </a:lnTo>
                <a:lnTo>
                  <a:pt x="4018091" y="838200"/>
                </a:lnTo>
                <a:lnTo>
                  <a:pt x="3989682" y="812800"/>
                </a:lnTo>
                <a:lnTo>
                  <a:pt x="3960575" y="774700"/>
                </a:lnTo>
                <a:lnTo>
                  <a:pt x="3930782" y="736600"/>
                </a:lnTo>
                <a:lnTo>
                  <a:pt x="3900311" y="711200"/>
                </a:lnTo>
                <a:lnTo>
                  <a:pt x="3869175" y="673100"/>
                </a:lnTo>
                <a:lnTo>
                  <a:pt x="3837384" y="647700"/>
                </a:lnTo>
                <a:lnTo>
                  <a:pt x="3804948" y="609600"/>
                </a:lnTo>
                <a:lnTo>
                  <a:pt x="3771877" y="584200"/>
                </a:lnTo>
                <a:lnTo>
                  <a:pt x="3738183" y="546100"/>
                </a:lnTo>
                <a:lnTo>
                  <a:pt x="3703876" y="520700"/>
                </a:lnTo>
                <a:lnTo>
                  <a:pt x="3668966" y="495300"/>
                </a:lnTo>
                <a:lnTo>
                  <a:pt x="3633464" y="469900"/>
                </a:lnTo>
                <a:lnTo>
                  <a:pt x="3597381" y="444500"/>
                </a:lnTo>
                <a:lnTo>
                  <a:pt x="3560726" y="406400"/>
                </a:lnTo>
                <a:lnTo>
                  <a:pt x="3485747" y="355600"/>
                </a:lnTo>
                <a:lnTo>
                  <a:pt x="3447443" y="342900"/>
                </a:lnTo>
                <a:lnTo>
                  <a:pt x="3369259" y="292100"/>
                </a:lnTo>
                <a:lnTo>
                  <a:pt x="3289044" y="241300"/>
                </a:lnTo>
                <a:lnTo>
                  <a:pt x="3248202" y="228600"/>
                </a:lnTo>
                <a:lnTo>
                  <a:pt x="3206883" y="203200"/>
                </a:lnTo>
                <a:lnTo>
                  <a:pt x="3165099" y="190500"/>
                </a:lnTo>
                <a:lnTo>
                  <a:pt x="3122860" y="165100"/>
                </a:lnTo>
                <a:lnTo>
                  <a:pt x="2993519" y="127000"/>
                </a:lnTo>
                <a:lnTo>
                  <a:pt x="2949565" y="101600"/>
                </a:lnTo>
                <a:lnTo>
                  <a:pt x="2769834" y="50800"/>
                </a:lnTo>
                <a:close/>
              </a:path>
              <a:path w="4495800" h="4406900">
                <a:moveTo>
                  <a:pt x="2631219" y="25400"/>
                </a:moveTo>
                <a:lnTo>
                  <a:pt x="1864580" y="25400"/>
                </a:lnTo>
                <a:lnTo>
                  <a:pt x="1771824" y="50800"/>
                </a:lnTo>
                <a:lnTo>
                  <a:pt x="2723975" y="50800"/>
                </a:lnTo>
                <a:lnTo>
                  <a:pt x="2631219" y="25400"/>
                </a:lnTo>
                <a:close/>
              </a:path>
              <a:path w="4495800" h="4406900">
                <a:moveTo>
                  <a:pt x="2537148" y="12700"/>
                </a:moveTo>
                <a:lnTo>
                  <a:pt x="1958651" y="12700"/>
                </a:lnTo>
                <a:lnTo>
                  <a:pt x="1911457" y="25400"/>
                </a:lnTo>
                <a:lnTo>
                  <a:pt x="2584342" y="25400"/>
                </a:lnTo>
                <a:lnTo>
                  <a:pt x="2537148" y="12700"/>
                </a:lnTo>
                <a:close/>
              </a:path>
              <a:path w="4495800" h="4406900">
                <a:moveTo>
                  <a:pt x="2441849" y="0"/>
                </a:moveTo>
                <a:lnTo>
                  <a:pt x="2053950" y="0"/>
                </a:lnTo>
                <a:lnTo>
                  <a:pt x="2006152" y="12700"/>
                </a:lnTo>
                <a:lnTo>
                  <a:pt x="2489647" y="12700"/>
                </a:lnTo>
                <a:lnTo>
                  <a:pt x="244184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263" y="1346926"/>
            <a:ext cx="3771100" cy="3172065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834306" y="885261"/>
            <a:ext cx="5102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 err="1" smtClean="0">
                <a:solidFill>
                  <a:schemeClr val="bg1"/>
                </a:solidFill>
                <a:ea typeface="Verdana" panose="020B0604030504040204" pitchFamily="34" charset="0"/>
              </a:rPr>
              <a:t>Async</a:t>
            </a:r>
            <a:r>
              <a:rPr lang="pt-BR" sz="5400" dirty="0" smtClean="0">
                <a:solidFill>
                  <a:schemeClr val="bg1"/>
                </a:solidFill>
                <a:ea typeface="Verdana" panose="020B0604030504040204" pitchFamily="34" charset="0"/>
              </a:rPr>
              <a:t> / </a:t>
            </a:r>
            <a:r>
              <a:rPr lang="pt-BR" sz="5400" dirty="0" err="1" smtClean="0">
                <a:solidFill>
                  <a:schemeClr val="bg1"/>
                </a:solidFill>
                <a:ea typeface="Verdana" panose="020B0604030504040204" pitchFamily="34" charset="0"/>
              </a:rPr>
              <a:t>Await</a:t>
            </a:r>
            <a:endParaRPr lang="pt-BR" sz="6000" dirty="0">
              <a:solidFill>
                <a:schemeClr val="bg1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4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 txBox="1"/>
          <p:nvPr/>
        </p:nvSpPr>
        <p:spPr>
          <a:xfrm>
            <a:off x="154546" y="1163867"/>
            <a:ext cx="11565935" cy="3351534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sz="2940" spc="-5" dirty="0">
                <a:latin typeface="Consolas"/>
                <a:cs typeface="Consolas"/>
              </a:rPr>
              <a:t>ReadDataFromUrl(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spc="-5" dirty="0">
                <a:latin typeface="Consolas"/>
                <a:cs typeface="Consolas"/>
              </a:rPr>
              <a:t>url</a:t>
            </a:r>
            <a:r>
              <a:rPr sz="2940" spc="-5" dirty="0">
                <a:latin typeface="Consolas"/>
                <a:cs typeface="Consolas"/>
              </a:rPr>
              <a:t>)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</a:p>
          <a:p>
            <a:pPr marL="627278">
              <a:lnSpc>
                <a:spcPts val="3352"/>
              </a:lnSpc>
              <a:spcBef>
                <a:spcPts val="353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 dirty="0">
              <a:latin typeface="Consolas"/>
              <a:cs typeface="Consolas"/>
            </a:endParaRPr>
          </a:p>
          <a:p>
            <a:pPr marL="627278"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sz="2940" dirty="0">
                <a:latin typeface="Consolas"/>
                <a:cs typeface="Consolas"/>
              </a:rPr>
              <a:t>result = 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sz="294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</a:t>
            </a:r>
            <a:r>
              <a:rPr sz="2940" spc="-5" dirty="0">
                <a:latin typeface="Consolas"/>
                <a:cs typeface="Consolas"/>
              </a:rPr>
              <a:t>);</a:t>
            </a:r>
            <a:endParaRPr sz="2940" dirty="0">
              <a:latin typeface="Consolas"/>
              <a:cs typeface="Consolas"/>
            </a:endParaRPr>
          </a:p>
          <a:p>
            <a:pPr marL="627278" marR="1031151">
              <a:lnSpc>
                <a:spcPts val="3175"/>
              </a:lnSpc>
              <a:spcBef>
                <a:spcPts val="750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  LoadData</a:t>
            </a:r>
            <a:r>
              <a:rPr sz="2940" spc="-5" dirty="0">
                <a:latin typeface="Consolas"/>
                <a:cs typeface="Consolas"/>
              </a:rPr>
              <a:t>(data);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961432" y="6257547"/>
            <a:ext cx="4032653" cy="301648"/>
          </a:xfrm>
          <a:prstGeom prst="rect">
            <a:avLst/>
          </a:prstGeom>
        </p:spPr>
        <p:txBody>
          <a:bodyPr vert="horz" wrap="square" lIns="0" tIns="29872" rIns="0" bIns="0" rtlCol="0" anchor="ctr">
            <a:spAutoFit/>
          </a:bodyPr>
          <a:lstStyle/>
          <a:p>
            <a:pPr marL="12446">
              <a:spcBef>
                <a:spcPts val="235"/>
              </a:spcBef>
            </a:pPr>
            <a:r>
              <a:rPr spc="-5" dirty="0"/>
              <a:t>@</a:t>
            </a:r>
            <a:r>
              <a:rPr dirty="0"/>
              <a:t>T</a:t>
            </a:r>
            <a:r>
              <a:rPr spc="5" dirty="0"/>
              <a:t>h</a:t>
            </a:r>
            <a:r>
              <a:rPr dirty="0"/>
              <a:t>eCodeTraveler</a:t>
            </a:r>
          </a:p>
        </p:txBody>
      </p:sp>
    </p:spTree>
    <p:extLst>
      <p:ext uri="{BB962C8B-B14F-4D97-AF65-F5344CB8AC3E}">
        <p14:creationId xmlns:p14="http://schemas.microsoft.com/office/powerpoint/2010/main" val="1086013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 txBox="1"/>
          <p:nvPr/>
        </p:nvSpPr>
        <p:spPr>
          <a:xfrm>
            <a:off x="403536" y="1163867"/>
            <a:ext cx="7824468" cy="1010653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sz="2940" spc="-5" dirty="0">
                <a:latin typeface="Consolas"/>
                <a:cs typeface="Consolas"/>
              </a:rPr>
              <a:t>ReadDataFromUrl(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961432" y="6257547"/>
            <a:ext cx="4032653" cy="301648"/>
          </a:xfrm>
          <a:prstGeom prst="rect">
            <a:avLst/>
          </a:prstGeom>
        </p:spPr>
        <p:txBody>
          <a:bodyPr vert="horz" wrap="square" lIns="0" tIns="29872" rIns="0" bIns="0" rtlCol="0" anchor="ctr">
            <a:spAutoFit/>
          </a:bodyPr>
          <a:lstStyle/>
          <a:p>
            <a:pPr marL="12446">
              <a:spcBef>
                <a:spcPts val="235"/>
              </a:spcBef>
            </a:pPr>
            <a:r>
              <a:rPr spc="-5" dirty="0"/>
              <a:t>@</a:t>
            </a:r>
            <a:r>
              <a:rPr dirty="0"/>
              <a:t>T</a:t>
            </a:r>
            <a:r>
              <a:rPr spc="5" dirty="0"/>
              <a:t>h</a:t>
            </a:r>
            <a:r>
              <a:rPr dirty="0"/>
              <a:t>eCodeTraveler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7198" y="2158216"/>
            <a:ext cx="6713621" cy="501447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vert="horz" wrap="square" lIns="0" tIns="48541" rIns="0" bIns="0" rtlCol="0">
            <a:spAutoFit/>
          </a:bodyPr>
          <a:lstStyle/>
          <a:p>
            <a:pPr marL="153708">
              <a:spcBef>
                <a:spcPts val="382"/>
              </a:spcBef>
              <a:tabLst>
                <a:tab pos="3232226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94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198" y="2598073"/>
            <a:ext cx="10843357" cy="464999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vert="horz" wrap="square" lIns="0" tIns="12446" rIns="0" bIns="0" rtlCol="0">
            <a:spAutoFit/>
          </a:bodyPr>
          <a:lstStyle/>
          <a:p>
            <a:pPr marL="153708">
              <a:spcBef>
                <a:spcPts val="98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sz="2940" dirty="0">
                <a:latin typeface="Consolas"/>
                <a:cs typeface="Consolas"/>
              </a:rPr>
              <a:t>result = 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sz="294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536" y="3090954"/>
            <a:ext cx="10290734" cy="1369733"/>
          </a:xfrm>
          <a:prstGeom prst="rect">
            <a:avLst/>
          </a:prstGeom>
        </p:spPr>
        <p:txBody>
          <a:bodyPr vert="horz" wrap="square" lIns="0" tIns="62855" rIns="0" bIns="0" rtlCol="0">
            <a:spAutoFit/>
          </a:bodyPr>
          <a:lstStyle/>
          <a:p>
            <a:pPr marL="627278" marR="4978">
              <a:lnSpc>
                <a:spcPts val="3175"/>
              </a:lnSpc>
              <a:spcBef>
                <a:spcPts val="495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  LoadData(data);</a:t>
            </a:r>
            <a:endParaRPr sz="294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4653" y="4536686"/>
            <a:ext cx="3116594" cy="1100889"/>
          </a:xfrm>
          <a:prstGeom prst="rect">
            <a:avLst/>
          </a:prstGeom>
        </p:spPr>
        <p:txBody>
          <a:bodyPr vert="horz" wrap="square" lIns="0" tIns="12446" rIns="0" bIns="0" rtlCol="0">
            <a:spAutoFit/>
          </a:bodyPr>
          <a:lstStyle/>
          <a:p>
            <a:pPr marL="12446">
              <a:spcBef>
                <a:spcPts val="98"/>
              </a:spcBef>
            </a:pPr>
            <a:r>
              <a:rPr sz="7056" spc="-118" dirty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sz="7056" spc="-224" dirty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sz="7056" dirty="0">
                <a:solidFill>
                  <a:srgbClr val="353535"/>
                </a:solidFill>
                <a:latin typeface="Segoe UI Light"/>
                <a:cs typeface="Segoe UI Light"/>
              </a:rPr>
              <a:t>1</a:t>
            </a:r>
            <a:endParaRPr sz="7056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93524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11369842" cy="2860631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sz="2940" spc="-5" dirty="0">
                <a:latin typeface="Consolas"/>
                <a:cs typeface="Consolas"/>
              </a:rPr>
              <a:t>ReadDataFromUrl(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  <a:endParaRPr sz="2940">
              <a:latin typeface="Consolas"/>
              <a:cs typeface="Consolas"/>
            </a:endParaRPr>
          </a:p>
          <a:p>
            <a:pPr marL="627278">
              <a:lnSpc>
                <a:spcPts val="3352"/>
              </a:lnSpc>
              <a:spcBef>
                <a:spcPts val="353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627278"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sz="2940" dirty="0">
                <a:latin typeface="Consolas"/>
                <a:cs typeface="Consolas"/>
              </a:rPr>
              <a:t>result = 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sz="294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  <a:p>
            <a:pPr marL="627278" marR="1083424">
              <a:lnSpc>
                <a:spcPts val="3175"/>
              </a:lnSpc>
              <a:spcBef>
                <a:spcPts val="750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  LoadData(data);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961432" y="6257547"/>
            <a:ext cx="4032653" cy="301648"/>
          </a:xfrm>
          <a:prstGeom prst="rect">
            <a:avLst/>
          </a:prstGeom>
        </p:spPr>
        <p:txBody>
          <a:bodyPr vert="horz" wrap="square" lIns="0" tIns="29872" rIns="0" bIns="0" rtlCol="0" anchor="ctr">
            <a:spAutoFit/>
          </a:bodyPr>
          <a:lstStyle/>
          <a:p>
            <a:pPr marL="12446">
              <a:spcBef>
                <a:spcPts val="235"/>
              </a:spcBef>
            </a:pPr>
            <a:r>
              <a:rPr spc="-5" dirty="0"/>
              <a:t>@</a:t>
            </a:r>
            <a:r>
              <a:rPr dirty="0"/>
              <a:t>T</a:t>
            </a:r>
            <a:r>
              <a:rPr spc="5" dirty="0"/>
              <a:t>h</a:t>
            </a:r>
            <a:r>
              <a:rPr dirty="0"/>
              <a:t>eCodeTraveler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3535" y="3987347"/>
            <a:ext cx="230260" cy="472966"/>
          </a:xfrm>
          <a:prstGeom prst="rect">
            <a:avLst/>
          </a:prstGeom>
        </p:spPr>
        <p:txBody>
          <a:bodyPr vert="horz" wrap="square" lIns="0" tIns="12446" rIns="0" bIns="0" rtlCol="0">
            <a:spAutoFit/>
          </a:bodyPr>
          <a:lstStyle/>
          <a:p>
            <a:pPr marL="12446">
              <a:spcBef>
                <a:spcPts val="98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6665" y="4132569"/>
            <a:ext cx="7072701" cy="1998279"/>
          </a:xfrm>
          <a:prstGeom prst="rect">
            <a:avLst/>
          </a:prstGeom>
        </p:spPr>
        <p:txBody>
          <a:bodyPr vert="horz" wrap="square" lIns="0" tIns="416956" rIns="0" bIns="0" rtlCol="0">
            <a:spAutoFit/>
          </a:bodyPr>
          <a:lstStyle/>
          <a:p>
            <a:pPr marR="79654" algn="ctr">
              <a:spcBef>
                <a:spcPts val="3283"/>
              </a:spcBef>
            </a:pPr>
            <a:r>
              <a:rPr sz="7056" spc="-118" dirty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sz="7056" spc="-167" dirty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sz="7056" spc="-54" dirty="0">
                <a:solidFill>
                  <a:srgbClr val="353535"/>
                </a:solidFill>
                <a:latin typeface="Segoe UI Light"/>
                <a:cs typeface="Segoe UI Light"/>
              </a:rPr>
              <a:t>2*</a:t>
            </a:r>
            <a:endParaRPr sz="7056" dirty="0">
              <a:latin typeface="Segoe UI Light"/>
              <a:cs typeface="Segoe UI Light"/>
            </a:endParaRPr>
          </a:p>
          <a:p>
            <a:pPr algn="ctr">
              <a:spcBef>
                <a:spcPts val="1058"/>
              </a:spcBef>
            </a:pPr>
            <a:r>
              <a:rPr sz="2352" spc="-5" dirty="0">
                <a:solidFill>
                  <a:srgbClr val="353535"/>
                </a:solidFill>
                <a:latin typeface="Segoe UI Semilight"/>
                <a:cs typeface="Segoe UI Semilight"/>
              </a:rPr>
              <a:t>*Can </a:t>
            </a:r>
            <a:r>
              <a:rPr sz="2352" dirty="0">
                <a:solidFill>
                  <a:srgbClr val="353535"/>
                </a:solidFill>
                <a:latin typeface="Segoe UI Semilight"/>
                <a:cs typeface="Segoe UI Semilight"/>
              </a:rPr>
              <a:t>be any </a:t>
            </a:r>
            <a:r>
              <a:rPr sz="2352" spc="-10" dirty="0">
                <a:solidFill>
                  <a:srgbClr val="353535"/>
                </a:solidFill>
                <a:latin typeface="Segoe UI Semilight"/>
                <a:cs typeface="Segoe UI Semilight"/>
              </a:rPr>
              <a:t>thread </a:t>
            </a:r>
            <a:r>
              <a:rPr sz="2352" dirty="0">
                <a:solidFill>
                  <a:srgbClr val="353535"/>
                </a:solidFill>
                <a:latin typeface="Segoe UI Semilight"/>
                <a:cs typeface="Segoe UI Semilight"/>
              </a:rPr>
              <a:t>other </a:t>
            </a:r>
            <a:r>
              <a:rPr sz="2352" spc="-5" dirty="0">
                <a:solidFill>
                  <a:srgbClr val="353535"/>
                </a:solidFill>
                <a:latin typeface="Segoe UI Semilight"/>
                <a:cs typeface="Segoe UI Semilight"/>
              </a:rPr>
              <a:t>than Thread </a:t>
            </a:r>
            <a:r>
              <a:rPr sz="2352" dirty="0">
                <a:solidFill>
                  <a:srgbClr val="353535"/>
                </a:solidFill>
                <a:latin typeface="Segoe UI Semilight"/>
                <a:cs typeface="Segoe UI Semilight"/>
              </a:rPr>
              <a:t>1, e.g. </a:t>
            </a:r>
            <a:r>
              <a:rPr sz="2352" spc="-10" dirty="0">
                <a:solidFill>
                  <a:srgbClr val="353535"/>
                </a:solidFill>
                <a:latin typeface="Segoe UI Semilight"/>
                <a:cs typeface="Segoe UI Semilight"/>
              </a:rPr>
              <a:t>Thread</a:t>
            </a:r>
            <a:r>
              <a:rPr sz="2352" spc="15" dirty="0">
                <a:solidFill>
                  <a:srgbClr val="353535"/>
                </a:solidFill>
                <a:latin typeface="Segoe UI Semilight"/>
                <a:cs typeface="Segoe UI Semilight"/>
              </a:rPr>
              <a:t> </a:t>
            </a:r>
            <a:r>
              <a:rPr sz="2352" dirty="0">
                <a:solidFill>
                  <a:srgbClr val="353535"/>
                </a:solidFill>
                <a:latin typeface="Segoe UI Semilight"/>
                <a:cs typeface="Segoe UI Semilight"/>
              </a:rPr>
              <a:t>32</a:t>
            </a:r>
            <a:endParaRPr sz="2352" dirty="0">
              <a:latin typeface="Segoe UI Semilight"/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418296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11316945" cy="1937301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sz="2940" spc="-5" dirty="0">
                <a:latin typeface="Consolas"/>
                <a:cs typeface="Consolas"/>
              </a:rPr>
              <a:t>ReadDataFromUrl(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  <a:endParaRPr sz="2940">
              <a:latin typeface="Consolas"/>
              <a:cs typeface="Consolas"/>
            </a:endParaRPr>
          </a:p>
          <a:p>
            <a:pPr marL="627278">
              <a:lnSpc>
                <a:spcPts val="3352"/>
              </a:lnSpc>
              <a:spcBef>
                <a:spcPts val="353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627278"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sz="2940" dirty="0">
                <a:latin typeface="Consolas"/>
                <a:cs typeface="Consolas"/>
              </a:rPr>
              <a:t>result = 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sz="294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961432" y="6257547"/>
            <a:ext cx="4032653" cy="301648"/>
          </a:xfrm>
          <a:prstGeom prst="rect">
            <a:avLst/>
          </a:prstGeom>
        </p:spPr>
        <p:txBody>
          <a:bodyPr vert="horz" wrap="square" lIns="0" tIns="29872" rIns="0" bIns="0" rtlCol="0" anchor="ctr">
            <a:spAutoFit/>
          </a:bodyPr>
          <a:lstStyle/>
          <a:p>
            <a:pPr marL="12446">
              <a:spcBef>
                <a:spcPts val="235"/>
              </a:spcBef>
            </a:pPr>
            <a:r>
              <a:rPr spc="-5" dirty="0"/>
              <a:t>@</a:t>
            </a:r>
            <a:r>
              <a:rPr dirty="0"/>
              <a:t>T</a:t>
            </a:r>
            <a:r>
              <a:rPr spc="5" dirty="0"/>
              <a:t>h</a:t>
            </a:r>
            <a:r>
              <a:rPr dirty="0"/>
              <a:t>eCodeTraveler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4409" y="3129039"/>
            <a:ext cx="10828421" cy="845874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vert="horz" wrap="square" lIns="0" tIns="24893" rIns="0" bIns="0" rtlCol="0">
            <a:spAutoFit/>
          </a:bodyPr>
          <a:lstStyle/>
          <a:p>
            <a:pPr marL="86500" marR="1083424">
              <a:lnSpc>
                <a:spcPts val="3175"/>
              </a:lnSpc>
              <a:spcBef>
                <a:spcPts val="196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  LoadData(data);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535" y="3987347"/>
            <a:ext cx="230260" cy="472966"/>
          </a:xfrm>
          <a:prstGeom prst="rect">
            <a:avLst/>
          </a:prstGeom>
        </p:spPr>
        <p:txBody>
          <a:bodyPr vert="horz" wrap="square" lIns="0" tIns="12446" rIns="0" bIns="0" rtlCol="0">
            <a:spAutoFit/>
          </a:bodyPr>
          <a:lstStyle/>
          <a:p>
            <a:pPr marL="12446">
              <a:spcBef>
                <a:spcPts val="98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4653" y="4536686"/>
            <a:ext cx="3116594" cy="1100889"/>
          </a:xfrm>
          <a:prstGeom prst="rect">
            <a:avLst/>
          </a:prstGeom>
        </p:spPr>
        <p:txBody>
          <a:bodyPr vert="horz" wrap="square" lIns="0" tIns="12446" rIns="0" bIns="0" rtlCol="0">
            <a:spAutoFit/>
          </a:bodyPr>
          <a:lstStyle/>
          <a:p>
            <a:pPr marL="12446">
              <a:spcBef>
                <a:spcPts val="98"/>
              </a:spcBef>
            </a:pPr>
            <a:r>
              <a:rPr sz="7056" spc="-118" dirty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sz="7056" spc="-224" dirty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sz="7056" dirty="0">
                <a:solidFill>
                  <a:srgbClr val="353535"/>
                </a:solidFill>
                <a:latin typeface="Segoe UI Light"/>
                <a:cs typeface="Segoe UI Light"/>
              </a:rPr>
              <a:t>1</a:t>
            </a:r>
            <a:endParaRPr sz="7056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923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0"/>
            <a:ext cx="6093787" cy="6855510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B4009E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6097245" y="0"/>
            <a:ext cx="6093787" cy="6855510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4" name="object 4"/>
          <p:cNvSpPr/>
          <p:nvPr/>
        </p:nvSpPr>
        <p:spPr>
          <a:xfrm>
            <a:off x="7217425" y="1336749"/>
            <a:ext cx="4107332" cy="4107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389010" y="2572932"/>
            <a:ext cx="3417338" cy="869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/>
          <p:nvPr/>
        </p:nvSpPr>
        <p:spPr>
          <a:xfrm>
            <a:off x="389011" y="3540768"/>
            <a:ext cx="1891775" cy="674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</p:spTree>
    <p:extLst>
      <p:ext uri="{BB962C8B-B14F-4D97-AF65-F5344CB8AC3E}">
        <p14:creationId xmlns:p14="http://schemas.microsoft.com/office/powerpoint/2010/main" val="2940629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4315698" y="1317206"/>
            <a:ext cx="7392575" cy="230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3"/>
              </a:lnSpc>
            </a:pPr>
            <a:r>
              <a:rPr sz="2940" spc="-5" dirty="0">
                <a:latin typeface="Consolas"/>
                <a:cs typeface="Consolas"/>
              </a:rPr>
              <a:t>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5"/>
              </a:spcBef>
            </a:pPr>
            <a:endParaRPr sz="3675">
              <a:latin typeface="Times New Roman"/>
              <a:cs typeface="Times New Roman"/>
            </a:endParaRPr>
          </a:p>
          <a:p>
            <a:pPr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205359">
              <a:lnSpc>
                <a:spcPts val="3352"/>
              </a:lnSpc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sz="2940" spc="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353"/>
              </a:spcBef>
            </a:pP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4130980" cy="3338710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</a:t>
            </a:r>
            <a:r>
              <a:rPr sz="2940" spc="-5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ReadData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</a:p>
          <a:p>
            <a:pPr marL="627278" marR="4978">
              <a:lnSpc>
                <a:spcPts val="3175"/>
              </a:lnSpc>
              <a:spcBef>
                <a:spcPts val="750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sz="2940" dirty="0">
                <a:latin typeface="Consolas"/>
                <a:cs typeface="Consolas"/>
              </a:rPr>
              <a:t>result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2940" dirty="0">
              <a:latin typeface="Consolas"/>
              <a:cs typeface="Consolas"/>
            </a:endParaRPr>
          </a:p>
          <a:p>
            <a:pPr marL="627278" marR="210960">
              <a:lnSpc>
                <a:spcPts val="3175"/>
              </a:lnSpc>
              <a:spcBef>
                <a:spcPts val="711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sz="2940" spc="-5" dirty="0">
                <a:latin typeface="Consolas"/>
                <a:cs typeface="Consolas"/>
              </a:rPr>
              <a:t>LoadData</a:t>
            </a:r>
            <a:r>
              <a:rPr sz="2940" spc="-5" dirty="0">
                <a:latin typeface="Consolas"/>
                <a:cs typeface="Consolas"/>
              </a:rPr>
              <a:t>(data);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object 7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8" name="object 8"/>
          <p:cNvSpPr/>
          <p:nvPr/>
        </p:nvSpPr>
        <p:spPr>
          <a:xfrm>
            <a:off x="3412901" y="515283"/>
            <a:ext cx="8494351" cy="6082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9" name="object 9"/>
          <p:cNvSpPr/>
          <p:nvPr/>
        </p:nvSpPr>
        <p:spPr>
          <a:xfrm>
            <a:off x="4437881" y="510802"/>
            <a:ext cx="7474100" cy="5793828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>
            <a:endParaRPr sz="1764"/>
          </a:p>
        </p:txBody>
      </p:sp>
    </p:spTree>
    <p:extLst>
      <p:ext uri="{BB962C8B-B14F-4D97-AF65-F5344CB8AC3E}">
        <p14:creationId xmlns:p14="http://schemas.microsoft.com/office/powerpoint/2010/main" val="763601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4315698" y="1317206"/>
            <a:ext cx="7392575" cy="230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3"/>
              </a:lnSpc>
            </a:pPr>
            <a:r>
              <a:rPr sz="2940" spc="-5" dirty="0">
                <a:latin typeface="Consolas"/>
                <a:cs typeface="Consolas"/>
              </a:rPr>
              <a:t>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5"/>
              </a:spcBef>
            </a:pPr>
            <a:endParaRPr sz="3675">
              <a:latin typeface="Times New Roman"/>
              <a:cs typeface="Times New Roman"/>
            </a:endParaRPr>
          </a:p>
          <a:p>
            <a:pPr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205359">
              <a:lnSpc>
                <a:spcPts val="3352"/>
              </a:lnSpc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sz="2940" spc="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353"/>
              </a:spcBef>
            </a:pP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4130980" cy="3338710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</a:t>
            </a:r>
            <a:r>
              <a:rPr sz="2940" spc="-5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ReadData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</a:p>
          <a:p>
            <a:pPr marL="627278" marR="4978">
              <a:lnSpc>
                <a:spcPts val="3175"/>
              </a:lnSpc>
              <a:spcBef>
                <a:spcPts val="750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sz="2940" dirty="0">
                <a:latin typeface="Consolas"/>
                <a:cs typeface="Consolas"/>
              </a:rPr>
              <a:t>result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2940" dirty="0">
              <a:latin typeface="Consolas"/>
              <a:cs typeface="Consolas"/>
            </a:endParaRPr>
          </a:p>
          <a:p>
            <a:pPr marL="627278" marR="210960">
              <a:lnSpc>
                <a:spcPts val="3175"/>
              </a:lnSpc>
              <a:spcBef>
                <a:spcPts val="711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sz="2940" spc="-5" dirty="0">
                <a:latin typeface="Consolas"/>
                <a:cs typeface="Consolas"/>
              </a:rPr>
              <a:t>LoadData</a:t>
            </a:r>
            <a:r>
              <a:rPr sz="2940" spc="-5" dirty="0">
                <a:latin typeface="Consolas"/>
                <a:cs typeface="Consolas"/>
              </a:rPr>
              <a:t>(data);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object 7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8" name="object 8"/>
          <p:cNvSpPr/>
          <p:nvPr/>
        </p:nvSpPr>
        <p:spPr>
          <a:xfrm>
            <a:off x="3412901" y="515283"/>
            <a:ext cx="8494351" cy="6082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9" name="object 9"/>
          <p:cNvSpPr/>
          <p:nvPr/>
        </p:nvSpPr>
        <p:spPr>
          <a:xfrm>
            <a:off x="4437881" y="510802"/>
            <a:ext cx="7474100" cy="5793828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1" name="object 8"/>
          <p:cNvSpPr/>
          <p:nvPr/>
        </p:nvSpPr>
        <p:spPr>
          <a:xfrm>
            <a:off x="274320" y="914399"/>
            <a:ext cx="11811000" cy="492759"/>
          </a:xfrm>
          <a:custGeom>
            <a:avLst/>
            <a:gdLst/>
            <a:ahLst/>
            <a:cxnLst/>
            <a:rect l="l" t="t" r="r" b="b"/>
            <a:pathLst>
              <a:path w="11811000" h="492759">
                <a:moveTo>
                  <a:pt x="0" y="492251"/>
                </a:moveTo>
                <a:lnTo>
                  <a:pt x="11811000" y="492251"/>
                </a:lnTo>
                <a:lnTo>
                  <a:pt x="11811000" y="0"/>
                </a:lnTo>
                <a:lnTo>
                  <a:pt x="0" y="0"/>
                </a:lnTo>
                <a:lnTo>
                  <a:pt x="0" y="492251"/>
                </a:lnTo>
                <a:close/>
              </a:path>
            </a:pathLst>
          </a:custGeom>
          <a:solidFill>
            <a:srgbClr val="FFB800">
              <a:alpha val="9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 txBox="1"/>
          <p:nvPr/>
        </p:nvSpPr>
        <p:spPr>
          <a:xfrm>
            <a:off x="353364" y="928496"/>
            <a:ext cx="112490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sz="2600" spc="-5" dirty="0">
                <a:solidFill>
                  <a:srgbClr val="353535"/>
                </a:solidFill>
                <a:latin typeface="Consolas"/>
                <a:cs typeface="Consolas"/>
              </a:rPr>
              <a:t>sealed class </a:t>
            </a:r>
            <a:r>
              <a:rPr sz="2600" spc="-10" dirty="0">
                <a:solidFill>
                  <a:srgbClr val="353535"/>
                </a:solidFill>
                <a:latin typeface="Consolas"/>
                <a:cs typeface="Consolas"/>
              </a:rPr>
              <a:t>&lt;ReadDataFromUrl&gt;d_1 </a:t>
            </a:r>
            <a:r>
              <a:rPr sz="2600" dirty="0">
                <a:solidFill>
                  <a:srgbClr val="353535"/>
                </a:solidFill>
                <a:latin typeface="Consolas"/>
                <a:cs typeface="Consolas"/>
              </a:rPr>
              <a:t>: </a:t>
            </a:r>
            <a:r>
              <a:rPr sz="2600" spc="-10" dirty="0">
                <a:solidFill>
                  <a:srgbClr val="353535"/>
                </a:solidFill>
                <a:latin typeface="Consolas"/>
                <a:cs typeface="Consolas"/>
              </a:rPr>
              <a:t>IAsyncStateMachine</a:t>
            </a:r>
            <a:endParaRPr sz="2600" dirty="0">
              <a:latin typeface="Consolas"/>
              <a:cs typeface="Consolas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274320" y="899952"/>
            <a:ext cx="11811000" cy="492759"/>
          </a:xfrm>
          <a:custGeom>
            <a:avLst/>
            <a:gdLst/>
            <a:ahLst/>
            <a:cxnLst/>
            <a:rect l="l" t="t" r="r" b="b"/>
            <a:pathLst>
              <a:path w="11811000" h="492759">
                <a:moveTo>
                  <a:pt x="0" y="492251"/>
                </a:moveTo>
                <a:lnTo>
                  <a:pt x="11811000" y="492251"/>
                </a:lnTo>
                <a:lnTo>
                  <a:pt x="11811000" y="0"/>
                </a:lnTo>
                <a:lnTo>
                  <a:pt x="0" y="0"/>
                </a:lnTo>
                <a:lnTo>
                  <a:pt x="0" y="492251"/>
                </a:lnTo>
                <a:close/>
              </a:path>
            </a:pathLst>
          </a:custGeom>
          <a:ln w="9144">
            <a:solidFill>
              <a:srgbClr val="3535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933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4315698" y="1317206"/>
            <a:ext cx="7392575" cy="230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3"/>
              </a:lnSpc>
            </a:pPr>
            <a:r>
              <a:rPr sz="2940" spc="-5" dirty="0">
                <a:latin typeface="Consolas"/>
                <a:cs typeface="Consolas"/>
              </a:rPr>
              <a:t>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5"/>
              </a:spcBef>
            </a:pPr>
            <a:endParaRPr sz="3675">
              <a:latin typeface="Times New Roman"/>
              <a:cs typeface="Times New Roman"/>
            </a:endParaRPr>
          </a:p>
          <a:p>
            <a:pPr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205359">
              <a:lnSpc>
                <a:spcPts val="3352"/>
              </a:lnSpc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sz="2940" spc="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353"/>
              </a:spcBef>
            </a:pP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4130980" cy="3338710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</a:t>
            </a:r>
            <a:r>
              <a:rPr sz="2940" spc="-5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ReadData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</a:p>
          <a:p>
            <a:pPr marL="627278" marR="4978">
              <a:lnSpc>
                <a:spcPts val="3175"/>
              </a:lnSpc>
              <a:spcBef>
                <a:spcPts val="750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sz="2940" dirty="0">
                <a:latin typeface="Consolas"/>
                <a:cs typeface="Consolas"/>
              </a:rPr>
              <a:t>result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2940" dirty="0">
              <a:latin typeface="Consolas"/>
              <a:cs typeface="Consolas"/>
            </a:endParaRPr>
          </a:p>
          <a:p>
            <a:pPr marL="627278" marR="210960">
              <a:lnSpc>
                <a:spcPts val="3175"/>
              </a:lnSpc>
              <a:spcBef>
                <a:spcPts val="711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sz="2940" spc="-5" dirty="0">
                <a:latin typeface="Consolas"/>
                <a:cs typeface="Consolas"/>
              </a:rPr>
              <a:t>LoadData</a:t>
            </a:r>
            <a:r>
              <a:rPr sz="2940" spc="-5" dirty="0">
                <a:latin typeface="Consolas"/>
                <a:cs typeface="Consolas"/>
              </a:rPr>
              <a:t>(data);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object 7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8" name="object 8"/>
          <p:cNvSpPr/>
          <p:nvPr/>
        </p:nvSpPr>
        <p:spPr>
          <a:xfrm>
            <a:off x="3412901" y="515283"/>
            <a:ext cx="8494351" cy="6082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9" name="object 9"/>
          <p:cNvSpPr/>
          <p:nvPr/>
        </p:nvSpPr>
        <p:spPr>
          <a:xfrm>
            <a:off x="4437881" y="510802"/>
            <a:ext cx="7474100" cy="5793828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0" name="object 9"/>
          <p:cNvSpPr txBox="1"/>
          <p:nvPr/>
        </p:nvSpPr>
        <p:spPr>
          <a:xfrm>
            <a:off x="5455920" y="2810255"/>
            <a:ext cx="6324600" cy="1815464"/>
          </a:xfrm>
          <a:prstGeom prst="rect">
            <a:avLst/>
          </a:prstGeom>
          <a:solidFill>
            <a:srgbClr val="FFB800">
              <a:alpha val="98823"/>
            </a:srgbClr>
          </a:solidFill>
          <a:ln w="9144">
            <a:solidFill>
              <a:srgbClr val="353535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2075" marR="951865">
              <a:lnSpc>
                <a:spcPct val="99800"/>
              </a:lnSpc>
              <a:spcBef>
                <a:spcPts val="229"/>
              </a:spcBef>
            </a:pP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sz="2800" spc="-5" dirty="0">
                <a:solidFill>
                  <a:srgbClr val="353535"/>
                </a:solidFill>
                <a:latin typeface="Consolas"/>
                <a:cs typeface="Consolas"/>
              </a:rPr>
              <a:t>string &lt;data&gt;5_3;  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sz="2800" spc="-5" dirty="0">
                <a:solidFill>
                  <a:srgbClr val="353535"/>
                </a:solidFill>
                <a:latin typeface="Consolas"/>
                <a:cs typeface="Consolas"/>
              </a:rPr>
              <a:t>byte[] &lt;result&gt;5_2;  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sz="2800" spc="-5" dirty="0">
                <a:solidFill>
                  <a:srgbClr val="353535"/>
                </a:solidFill>
                <a:latin typeface="Consolas"/>
                <a:cs typeface="Consolas"/>
              </a:rPr>
              <a:t>WebClient </a:t>
            </a:r>
            <a:r>
              <a:rPr sz="2800" spc="-10" dirty="0">
                <a:solidFill>
                  <a:srgbClr val="353535"/>
                </a:solidFill>
                <a:latin typeface="Consolas"/>
                <a:cs typeface="Consolas"/>
              </a:rPr>
              <a:t>&lt;wc&gt;5_1;  </a:t>
            </a: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public </a:t>
            </a:r>
            <a:r>
              <a:rPr sz="2800" spc="-10" dirty="0">
                <a:solidFill>
                  <a:srgbClr val="353535"/>
                </a:solidFill>
                <a:latin typeface="Consolas"/>
                <a:cs typeface="Consolas"/>
              </a:rPr>
              <a:t>string</a:t>
            </a:r>
            <a:r>
              <a:rPr sz="2800" spc="10" dirty="0">
                <a:solidFill>
                  <a:srgbClr val="353535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353535"/>
                </a:solidFill>
                <a:latin typeface="Consolas"/>
                <a:cs typeface="Consolas"/>
              </a:rPr>
              <a:t>url;</a:t>
            </a:r>
            <a:endParaRPr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0588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4315698" y="1317206"/>
            <a:ext cx="7392575" cy="230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3"/>
              </a:lnSpc>
            </a:pPr>
            <a:r>
              <a:rPr sz="2940" spc="-5" dirty="0">
                <a:latin typeface="Consolas"/>
                <a:cs typeface="Consolas"/>
              </a:rPr>
              <a:t>FromUrl(</a:t>
            </a: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url)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5"/>
              </a:spcBef>
            </a:pPr>
            <a:endParaRPr sz="3675">
              <a:latin typeface="Times New Roman"/>
              <a:cs typeface="Times New Roman"/>
            </a:endParaRPr>
          </a:p>
          <a:p>
            <a:pPr>
              <a:lnSpc>
                <a:spcPts val="3352"/>
              </a:lnSpc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sz="294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5" dirty="0">
                <a:latin typeface="Consolas"/>
                <a:cs typeface="Consolas"/>
              </a:rPr>
              <a:t>();</a:t>
            </a:r>
            <a:endParaRPr sz="2940">
              <a:latin typeface="Consolas"/>
              <a:cs typeface="Consolas"/>
            </a:endParaRPr>
          </a:p>
          <a:p>
            <a:pPr marL="205359">
              <a:lnSpc>
                <a:spcPts val="3352"/>
              </a:lnSpc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sz="2940" spc="2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spc="-5" dirty="0">
                <a:latin typeface="Consolas"/>
                <a:cs typeface="Consolas"/>
              </a:rPr>
              <a:t>wc.DownloadDataTaskAsync(url);</a:t>
            </a:r>
            <a:endParaRPr sz="2940">
              <a:latin typeface="Consolas"/>
              <a:cs typeface="Consolas"/>
            </a:endParaRPr>
          </a:p>
          <a:p>
            <a:pPr>
              <a:spcBef>
                <a:spcPts val="353"/>
              </a:spcBef>
            </a:pP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sz="2940" spc="-5" dirty="0">
                <a:latin typeface="Consolas"/>
                <a:cs typeface="Consolas"/>
              </a:rPr>
              <a:t>.</a:t>
            </a:r>
            <a:r>
              <a:rPr sz="2940" spc="-5" dirty="0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sz="2940" spc="-5" dirty="0">
                <a:latin typeface="Consolas"/>
                <a:cs typeface="Consolas"/>
              </a:rPr>
              <a:t>.GetString(result);</a:t>
            </a:r>
            <a:endParaRPr sz="294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536" y="1163868"/>
            <a:ext cx="4130980" cy="3338710"/>
          </a:xfrm>
          <a:prstGeom prst="rect">
            <a:avLst/>
          </a:prstGeom>
        </p:spPr>
        <p:txBody>
          <a:bodyPr vert="horz" wrap="square" lIns="0" tIns="57253" rIns="0" bIns="0" rtlCol="0">
            <a:spAutoFit/>
          </a:bodyPr>
          <a:lstStyle/>
          <a:p>
            <a:pPr marL="12446">
              <a:spcBef>
                <a:spcPts val="450"/>
              </a:spcBef>
            </a:pPr>
            <a:r>
              <a:rPr sz="2940" spc="-5" dirty="0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Task</a:t>
            </a:r>
            <a:r>
              <a:rPr sz="2940" spc="-59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ReadData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53"/>
              </a:spcBef>
            </a:pPr>
            <a:r>
              <a:rPr sz="2940" dirty="0">
                <a:latin typeface="Consolas"/>
                <a:cs typeface="Consolas"/>
              </a:rPr>
              <a:t>{</a:t>
            </a:r>
          </a:p>
          <a:p>
            <a:pPr marL="627278" marR="4978">
              <a:lnSpc>
                <a:spcPts val="3175"/>
              </a:lnSpc>
              <a:spcBef>
                <a:spcPts val="750"/>
              </a:spcBef>
              <a:tabLst>
                <a:tab pos="3706419" algn="l"/>
              </a:tabLst>
            </a:pP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sz="2940" spc="-20" dirty="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wc</a:t>
            </a:r>
            <a:r>
              <a:rPr sz="2940" spc="-10" dirty="0">
                <a:latin typeface="Consolas"/>
                <a:cs typeface="Consolas"/>
              </a:rPr>
              <a:t> </a:t>
            </a:r>
            <a:r>
              <a:rPr sz="2940" dirty="0">
                <a:latin typeface="Consolas"/>
                <a:cs typeface="Consolas"/>
              </a:rPr>
              <a:t>=	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sz="2940" dirty="0">
                <a:latin typeface="Consolas"/>
                <a:cs typeface="Consolas"/>
              </a:rPr>
              <a:t>result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2940" dirty="0">
              <a:latin typeface="Consolas"/>
              <a:cs typeface="Consolas"/>
            </a:endParaRPr>
          </a:p>
          <a:p>
            <a:pPr marL="627278" marR="210960">
              <a:lnSpc>
                <a:spcPts val="3175"/>
              </a:lnSpc>
              <a:spcBef>
                <a:spcPts val="711"/>
              </a:spcBef>
            </a:pPr>
            <a:r>
              <a:rPr sz="2940" dirty="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sz="2940" dirty="0">
                <a:latin typeface="Consolas"/>
                <a:cs typeface="Consolas"/>
              </a:rPr>
              <a:t>data =</a:t>
            </a:r>
            <a:r>
              <a:rPr sz="2940" spc="-108" dirty="0">
                <a:latin typeface="Consolas"/>
                <a:cs typeface="Consolas"/>
              </a:rPr>
              <a:t> </a:t>
            </a:r>
            <a:r>
              <a:rPr sz="2940" dirty="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sz="2940" spc="-5" dirty="0">
                <a:latin typeface="Consolas"/>
                <a:cs typeface="Consolas"/>
              </a:rPr>
              <a:t>LoadData</a:t>
            </a:r>
            <a:r>
              <a:rPr sz="2940" spc="-5" dirty="0">
                <a:latin typeface="Consolas"/>
                <a:cs typeface="Consolas"/>
              </a:rPr>
              <a:t>(data);</a:t>
            </a:r>
            <a:endParaRPr sz="2940" dirty="0">
              <a:latin typeface="Consolas"/>
              <a:cs typeface="Consolas"/>
            </a:endParaRPr>
          </a:p>
          <a:p>
            <a:pPr marL="12446">
              <a:spcBef>
                <a:spcPts val="309"/>
              </a:spcBef>
            </a:pPr>
            <a:r>
              <a:rPr sz="294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object 7"/>
          <p:cNvSpPr/>
          <p:nvPr/>
        </p:nvSpPr>
        <p:spPr>
          <a:xfrm>
            <a:off x="469676" y="446080"/>
            <a:ext cx="4147808" cy="449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8" name="object 8"/>
          <p:cNvSpPr/>
          <p:nvPr/>
        </p:nvSpPr>
        <p:spPr>
          <a:xfrm>
            <a:off x="3412901" y="515283"/>
            <a:ext cx="8494351" cy="6082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9" name="object 9"/>
          <p:cNvSpPr/>
          <p:nvPr/>
        </p:nvSpPr>
        <p:spPr>
          <a:xfrm>
            <a:off x="4437881" y="510802"/>
            <a:ext cx="7474100" cy="5793828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0" name="object 9"/>
          <p:cNvSpPr txBox="1"/>
          <p:nvPr/>
        </p:nvSpPr>
        <p:spPr>
          <a:xfrm>
            <a:off x="4534516" y="4783349"/>
            <a:ext cx="6324600" cy="501015"/>
          </a:xfrm>
          <a:prstGeom prst="rect">
            <a:avLst/>
          </a:prstGeom>
          <a:solidFill>
            <a:srgbClr val="FFB800">
              <a:alpha val="98823"/>
            </a:srgbClr>
          </a:solidFill>
          <a:ln w="9144">
            <a:solidFill>
              <a:srgbClr val="353535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sz="2800" spc="-10" dirty="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sz="2800" spc="-10" dirty="0">
                <a:solidFill>
                  <a:srgbClr val="353535"/>
                </a:solidFill>
                <a:latin typeface="Consolas"/>
                <a:cs typeface="Consolas"/>
              </a:rPr>
              <a:t>void</a:t>
            </a:r>
            <a:r>
              <a:rPr sz="2800" spc="-760" dirty="0">
                <a:solidFill>
                  <a:srgbClr val="353535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353535"/>
                </a:solidFill>
                <a:latin typeface="Consolas"/>
                <a:cs typeface="Consolas"/>
              </a:rPr>
              <a:t>MoveNext();</a:t>
            </a:r>
            <a:endParaRPr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2913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/>
          <p:nvPr/>
        </p:nvSpPr>
        <p:spPr>
          <a:xfrm>
            <a:off x="469677" y="446080"/>
            <a:ext cx="6875201" cy="520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6" name="object 6"/>
          <p:cNvSpPr txBox="1"/>
          <p:nvPr/>
        </p:nvSpPr>
        <p:spPr>
          <a:xfrm>
            <a:off x="80624" y="1220997"/>
            <a:ext cx="7737965" cy="5075667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12446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MoveNext()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276301" marR="5147666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sz="1274" spc="-5" dirty="0">
                <a:latin typeface="Consolas"/>
                <a:cs typeface="Consolas"/>
              </a:rPr>
              <a:t>num =</a:t>
            </a:r>
            <a:r>
              <a:rPr sz="1274" spc="-5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sz="1274" spc="-5" dirty="0">
                <a:latin typeface="Consolas"/>
                <a:cs typeface="Consolas"/>
              </a:rPr>
              <a:t>)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spc="-10" dirty="0">
                <a:latin typeface="Consolas"/>
                <a:cs typeface="Consolas"/>
              </a:rPr>
              <a:t> -1;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809612" marR="5944832" indent="-26634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sz="1274" spc="-5" dirty="0">
                <a:latin typeface="Consolas"/>
                <a:cs typeface="Consolas"/>
              </a:rPr>
              <a:t>(num)</a:t>
            </a:r>
            <a:r>
              <a:rPr sz="1274" spc="-83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{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1274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0: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.&lt;wc&gt;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0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sz="1274" spc="-5" dirty="0">
                <a:latin typeface="Consolas"/>
                <a:cs typeface="Consolas"/>
              </a:rPr>
              <a:t>WebClient();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.$awaiter0 </a:t>
            </a:r>
            <a:r>
              <a:rPr sz="1274" spc="-5" dirty="0">
                <a:latin typeface="Consolas"/>
                <a:cs typeface="Consolas"/>
              </a:rPr>
              <a:t>=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.&lt;wc&gt;</a:t>
            </a:r>
            <a:r>
              <a:rPr sz="1274" u="sng" spc="221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0.DownloadDataTaskAsync(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.url).GetAwaiter();</a:t>
            </a:r>
            <a:endParaRPr sz="1274">
              <a:latin typeface="Consolas"/>
              <a:cs typeface="Consolas"/>
            </a:endParaRPr>
          </a:p>
          <a:p>
            <a:pPr marL="1075334">
              <a:spcBef>
                <a:spcPts val="5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1;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latin typeface="Consolas"/>
                <a:cs typeface="Consolas"/>
              </a:rPr>
              <a:t>...</a:t>
            </a:r>
            <a:endParaRPr sz="1274">
              <a:latin typeface="Consolas"/>
              <a:cs typeface="Consolas"/>
            </a:endParaRPr>
          </a:p>
          <a:p>
            <a:pPr marL="1075334" marR="6033199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sz="1274" spc="-5" dirty="0">
                <a:latin typeface="Consolas"/>
                <a:cs typeface="Consolas"/>
              </a:rPr>
              <a:t>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80961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sz="1274" spc="-10" dirty="0">
                <a:latin typeface="Consolas"/>
                <a:cs typeface="Consolas"/>
              </a:rPr>
              <a:t>1: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.&lt;result&gt;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1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.$awaiter0.GetResult();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2 = </a:t>
            </a:r>
            <a:r>
              <a:rPr sz="1274" spc="-10" dirty="0">
                <a:latin typeface="Consolas"/>
                <a:cs typeface="Consolas"/>
              </a:rPr>
              <a:t>Encoding.ASCII.GetString(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.&lt;result&gt;</a:t>
            </a:r>
            <a:r>
              <a:rPr sz="1274" u="sng" spc="29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1);</a:t>
            </a:r>
            <a:endParaRPr sz="1274">
              <a:latin typeface="Consolas"/>
              <a:cs typeface="Consolas"/>
            </a:endParaRPr>
          </a:p>
          <a:p>
            <a:pPr marL="1075334" marR="346372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.$this.LoadData(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2);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80961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1274" spc="-5" dirty="0">
                <a:latin typeface="Consolas"/>
                <a:cs typeface="Consolas"/>
              </a:rPr>
              <a:t>: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543890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276301" marR="4349877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sz="1274" spc="-5" dirty="0">
                <a:latin typeface="Consolas"/>
                <a:cs typeface="Consolas"/>
              </a:rPr>
              <a:t>(Exception exception) { ...</a:t>
            </a:r>
            <a:r>
              <a:rPr sz="1274" spc="-4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}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 </a:t>
            </a:r>
            <a:r>
              <a:rPr sz="1274" spc="-10" dirty="0">
                <a:latin typeface="Consolas"/>
                <a:cs typeface="Consolas"/>
              </a:rPr>
              <a:t>-1;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.$builder.SetResult();</a:t>
            </a:r>
            <a:endParaRPr sz="1274">
              <a:latin typeface="Consolas"/>
              <a:cs typeface="Consolas"/>
            </a:endParaRPr>
          </a:p>
          <a:p>
            <a:pPr marL="12446">
              <a:spcBef>
                <a:spcPts val="15"/>
              </a:spcBef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939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7" name="object 7"/>
          <p:cNvSpPr txBox="1"/>
          <p:nvPr/>
        </p:nvSpPr>
        <p:spPr>
          <a:xfrm>
            <a:off x="80625" y="1220997"/>
            <a:ext cx="2594465" cy="1189882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12446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sz="1274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MoveNext()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276301" marR="497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sz="1274" spc="-5" dirty="0">
                <a:latin typeface="Consolas"/>
                <a:cs typeface="Consolas"/>
              </a:rPr>
              <a:t>num =</a:t>
            </a:r>
            <a:r>
              <a:rPr sz="1274" spc="-5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sz="1274" spc="-5" dirty="0">
                <a:latin typeface="Consolas"/>
                <a:cs typeface="Consolas"/>
              </a:rPr>
              <a:t>)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spc="-10" dirty="0">
                <a:latin typeface="Consolas"/>
                <a:cs typeface="Consolas"/>
              </a:rPr>
              <a:t> -1;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543890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sz="1274" spc="-5" dirty="0">
                <a:latin typeface="Consolas"/>
                <a:cs typeface="Consolas"/>
              </a:rPr>
              <a:t>(num)</a:t>
            </a:r>
            <a:r>
              <a:rPr sz="1274" spc="-20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9730" y="2456930"/>
            <a:ext cx="7691913" cy="141064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0536">
              <a:lnSpc>
                <a:spcPts val="1068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sz="1274" spc="-10" dirty="0">
                <a:latin typeface="Consolas"/>
                <a:cs typeface="Consolas"/>
              </a:rPr>
              <a:t>0: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0640" y="2634355"/>
            <a:ext cx="6915254" cy="2104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722">
              <a:lnSpc>
                <a:spcPts val="1201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.&lt;wc&gt;__0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sz="1274" spc="-5" dirty="0">
                <a:latin typeface="Consolas"/>
                <a:cs typeface="Consolas"/>
              </a:rPr>
              <a:t>WebClient();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.$awaiter0 </a:t>
            </a:r>
            <a:r>
              <a:rPr sz="1274" spc="-5" dirty="0">
                <a:latin typeface="Consolas"/>
                <a:cs typeface="Consolas"/>
              </a:rPr>
              <a:t>=</a:t>
            </a:r>
            <a:r>
              <a:rPr sz="1274" spc="221" dirty="0">
                <a:latin typeface="Consolas"/>
                <a:cs typeface="Consolas"/>
              </a:rPr>
              <a:t>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.&lt;wc&gt;__0.DownloadDataTaskAsync(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.url).GetAwaiter();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5" dirty="0">
                <a:latin typeface="Consolas"/>
                <a:cs typeface="Consolas"/>
              </a:rPr>
              <a:t>...</a:t>
            </a:r>
            <a:endParaRPr sz="1274">
              <a:latin typeface="Consolas"/>
              <a:cs typeface="Consolas"/>
            </a:endParaRPr>
          </a:p>
          <a:p>
            <a:pPr marL="265722" marR="6020753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sz="1274" spc="-5" dirty="0">
                <a:latin typeface="Consolas"/>
                <a:cs typeface="Consolas"/>
              </a:rPr>
              <a:t>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sz="1274" spc="-10" dirty="0">
                <a:latin typeface="Consolas"/>
                <a:cs typeface="Consolas"/>
              </a:rPr>
              <a:t>1:</a:t>
            </a:r>
            <a:endParaRPr sz="1274">
              <a:latin typeface="Consolas"/>
              <a:cs typeface="Consolas"/>
            </a:endParaRPr>
          </a:p>
          <a:p>
            <a:pPr marL="265722" marR="132363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.&lt;result&gt;__1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.$awaiter0.GetResult(); 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.&lt;data&gt;__2 </a:t>
            </a:r>
            <a:r>
              <a:rPr sz="1274" spc="-5" dirty="0">
                <a:latin typeface="Consolas"/>
                <a:cs typeface="Consolas"/>
              </a:rPr>
              <a:t>= </a:t>
            </a:r>
            <a:r>
              <a:rPr sz="1274" spc="-10" dirty="0">
                <a:latin typeface="Consolas"/>
                <a:cs typeface="Consolas"/>
              </a:rPr>
              <a:t>Encoding.ASCII.GetString(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.&lt;result&gt;__1);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.$this.LoadData(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.&lt;data&gt;__2);</a:t>
            </a:r>
            <a:endParaRPr sz="1274">
              <a:latin typeface="Consolas"/>
              <a:cs typeface="Consolas"/>
            </a:endParaRPr>
          </a:p>
          <a:p>
            <a:pPr marL="265722">
              <a:spcBef>
                <a:spcPts val="5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625" y="4716835"/>
            <a:ext cx="3392283" cy="1579456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809612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1274" spc="-5" dirty="0">
                <a:latin typeface="Consolas"/>
                <a:cs typeface="Consolas"/>
              </a:rPr>
              <a:t>:</a:t>
            </a:r>
            <a:endParaRPr sz="1274">
              <a:latin typeface="Consolas"/>
              <a:cs typeface="Consolas"/>
            </a:endParaRPr>
          </a:p>
          <a:p>
            <a:pPr marL="107533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543890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276301" marR="497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sz="1274" spc="-5" dirty="0">
                <a:latin typeface="Consolas"/>
                <a:cs typeface="Consolas"/>
              </a:rPr>
              <a:t>(Exception exception) { ...</a:t>
            </a:r>
            <a:r>
              <a:rPr sz="1274" spc="-4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}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 </a:t>
            </a:r>
            <a:r>
              <a:rPr sz="1274" spc="-10" dirty="0">
                <a:latin typeface="Consolas"/>
                <a:cs typeface="Consolas"/>
              </a:rPr>
              <a:t>-1;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.$builder.SetResult();</a:t>
            </a:r>
            <a:endParaRPr sz="1274">
              <a:latin typeface="Consolas"/>
              <a:cs typeface="Consolas"/>
            </a:endParaRPr>
          </a:p>
          <a:p>
            <a:pPr marL="12446">
              <a:spcBef>
                <a:spcPts val="15"/>
              </a:spcBef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677" y="446080"/>
            <a:ext cx="6875201" cy="520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2" name="object 12"/>
          <p:cNvSpPr txBox="1"/>
          <p:nvPr/>
        </p:nvSpPr>
        <p:spPr>
          <a:xfrm>
            <a:off x="122943" y="2680967"/>
            <a:ext cx="11873924" cy="1930299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vert="horz" wrap="square" lIns="0" tIns="29872" rIns="0" bIns="0" rtlCol="0">
            <a:spAutoFit/>
          </a:bodyPr>
          <a:lstStyle/>
          <a:p>
            <a:pPr marL="89611">
              <a:spcBef>
                <a:spcPts val="235"/>
              </a:spcBef>
            </a:pPr>
            <a:r>
              <a:rPr sz="2058" spc="-5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2058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58" spc="-5" dirty="0">
                <a:latin typeface="Consolas"/>
                <a:cs typeface="Consolas"/>
              </a:rPr>
              <a:t>0:</a:t>
            </a:r>
            <a:endParaRPr sz="2058">
              <a:latin typeface="Consolas"/>
              <a:cs typeface="Consolas"/>
            </a:endParaRPr>
          </a:p>
          <a:p>
            <a:pPr marL="663372"/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058" spc="-10" dirty="0">
                <a:latin typeface="Consolas"/>
                <a:cs typeface="Consolas"/>
              </a:rPr>
              <a:t>.&lt;wc&gt;</a:t>
            </a:r>
            <a:r>
              <a:rPr sz="2058" u="heavy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058" dirty="0">
                <a:latin typeface="Consolas"/>
                <a:cs typeface="Consolas"/>
              </a:rPr>
              <a:t>0 = </a:t>
            </a:r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2058" spc="-34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58" spc="-10" dirty="0">
                <a:latin typeface="Consolas"/>
                <a:cs typeface="Consolas"/>
              </a:rPr>
              <a:t>WebClient();</a:t>
            </a:r>
            <a:endParaRPr sz="2058">
              <a:latin typeface="Consolas"/>
              <a:cs typeface="Consolas"/>
            </a:endParaRPr>
          </a:p>
          <a:p>
            <a:pPr marL="663372" marR="469837">
              <a:spcBef>
                <a:spcPts val="5"/>
              </a:spcBef>
            </a:pPr>
            <a:r>
              <a:rPr sz="2058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058" spc="-5" dirty="0">
                <a:latin typeface="Consolas"/>
                <a:cs typeface="Consolas"/>
              </a:rPr>
              <a:t>.$awaiter0 </a:t>
            </a:r>
            <a:r>
              <a:rPr sz="2058" dirty="0">
                <a:latin typeface="Consolas"/>
                <a:cs typeface="Consolas"/>
              </a:rPr>
              <a:t>= </a:t>
            </a:r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058" spc="-10" dirty="0">
                <a:latin typeface="Consolas"/>
                <a:cs typeface="Consolas"/>
              </a:rPr>
              <a:t>.&lt;wc&gt;</a:t>
            </a:r>
            <a:r>
              <a:rPr sz="2058" u="heavy" spc="-10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058" spc="-10" dirty="0">
                <a:latin typeface="Consolas"/>
                <a:cs typeface="Consolas"/>
              </a:rPr>
              <a:t>0.DownloadDataTaskAsync(</a:t>
            </a:r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058" spc="-10" dirty="0">
                <a:latin typeface="Consolas"/>
                <a:cs typeface="Consolas"/>
              </a:rPr>
              <a:t>.url).GetAwaiter();  </a:t>
            </a:r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058" spc="-10" dirty="0">
                <a:latin typeface="Consolas"/>
                <a:cs typeface="Consolas"/>
              </a:rPr>
              <a:t>.$PC </a:t>
            </a:r>
            <a:r>
              <a:rPr sz="2058" dirty="0">
                <a:latin typeface="Consolas"/>
                <a:cs typeface="Consolas"/>
              </a:rPr>
              <a:t>=</a:t>
            </a:r>
            <a:r>
              <a:rPr sz="2058" spc="-15" dirty="0">
                <a:latin typeface="Consolas"/>
                <a:cs typeface="Consolas"/>
              </a:rPr>
              <a:t> </a:t>
            </a:r>
            <a:r>
              <a:rPr sz="2058" spc="-5" dirty="0">
                <a:latin typeface="Consolas"/>
                <a:cs typeface="Consolas"/>
              </a:rPr>
              <a:t>1;</a:t>
            </a:r>
            <a:endParaRPr sz="2058">
              <a:latin typeface="Consolas"/>
              <a:cs typeface="Consolas"/>
            </a:endParaRPr>
          </a:p>
          <a:p>
            <a:pPr marL="663372"/>
            <a:r>
              <a:rPr sz="2058" spc="-5" dirty="0">
                <a:latin typeface="Consolas"/>
                <a:cs typeface="Consolas"/>
              </a:rPr>
              <a:t>...</a:t>
            </a:r>
            <a:endParaRPr sz="2058">
              <a:latin typeface="Consolas"/>
              <a:cs typeface="Consolas"/>
            </a:endParaRPr>
          </a:p>
          <a:p>
            <a:pPr marL="663372">
              <a:spcBef>
                <a:spcPts val="10"/>
              </a:spcBef>
            </a:pPr>
            <a:r>
              <a:rPr sz="2058" spc="-1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2058" spc="-10" dirty="0">
                <a:latin typeface="Consolas"/>
                <a:cs typeface="Consolas"/>
              </a:rPr>
              <a:t>;</a:t>
            </a:r>
            <a:endParaRPr sz="2058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48845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80625" y="1220997"/>
            <a:ext cx="2594465" cy="1384046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12446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sz="1274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MoveNext()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276301" marR="497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sz="1274" spc="-5" dirty="0">
                <a:latin typeface="Consolas"/>
                <a:cs typeface="Consolas"/>
              </a:rPr>
              <a:t>num =</a:t>
            </a:r>
            <a:r>
              <a:rPr sz="1274" spc="-5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sz="1274" spc="-5" dirty="0">
                <a:latin typeface="Consolas"/>
                <a:cs typeface="Consolas"/>
              </a:rPr>
              <a:t>)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spc="-10" dirty="0">
                <a:latin typeface="Consolas"/>
                <a:cs typeface="Consolas"/>
              </a:rPr>
              <a:t> -1;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809612" marR="802145" indent="-266344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sz="1274" spc="-5" dirty="0">
                <a:latin typeface="Consolas"/>
                <a:cs typeface="Consolas"/>
              </a:rPr>
              <a:t>(num)</a:t>
            </a:r>
            <a:r>
              <a:rPr sz="1274" spc="-83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{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1274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0: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640" y="2634354"/>
            <a:ext cx="6915254" cy="1909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722">
              <a:lnSpc>
                <a:spcPts val="1201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.&lt;wc&gt;__0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sz="1274" spc="-5" dirty="0">
                <a:latin typeface="Consolas"/>
                <a:cs typeface="Consolas"/>
              </a:rPr>
              <a:t>WebClient();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.$awaiter0 </a:t>
            </a:r>
            <a:r>
              <a:rPr sz="1274" spc="-5" dirty="0">
                <a:latin typeface="Consolas"/>
                <a:cs typeface="Consolas"/>
              </a:rPr>
              <a:t>=</a:t>
            </a:r>
            <a:r>
              <a:rPr sz="1274" spc="221" dirty="0">
                <a:latin typeface="Consolas"/>
                <a:cs typeface="Consolas"/>
              </a:rPr>
              <a:t>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.&lt;wc&gt;__0.DownloadDataTaskAsync(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.url).GetAwaiter();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1;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5" dirty="0">
                <a:latin typeface="Consolas"/>
                <a:cs typeface="Consolas"/>
              </a:rPr>
              <a:t>...</a:t>
            </a:r>
            <a:endParaRPr sz="1274">
              <a:latin typeface="Consolas"/>
              <a:cs typeface="Consolas"/>
            </a:endParaRPr>
          </a:p>
          <a:p>
            <a:pPr marL="265722" marR="6020753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sz="1274" spc="-5" dirty="0">
                <a:latin typeface="Consolas"/>
                <a:cs typeface="Consolas"/>
              </a:rPr>
              <a:t>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sz="1274" spc="-10" dirty="0">
                <a:latin typeface="Consolas"/>
                <a:cs typeface="Consolas"/>
              </a:rPr>
              <a:t>1:</a:t>
            </a:r>
            <a:endParaRPr sz="1274">
              <a:latin typeface="Consolas"/>
              <a:cs typeface="Consolas"/>
            </a:endParaRPr>
          </a:p>
          <a:p>
            <a:pPr marL="265722" marR="132363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.&lt;result&gt;__1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.$awaiter0.GetResult(); 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.&lt;data&gt;__2 </a:t>
            </a:r>
            <a:r>
              <a:rPr sz="1274" spc="-5" dirty="0">
                <a:latin typeface="Consolas"/>
                <a:cs typeface="Consolas"/>
              </a:rPr>
              <a:t>= </a:t>
            </a:r>
            <a:r>
              <a:rPr sz="1274" spc="-10" dirty="0">
                <a:latin typeface="Consolas"/>
                <a:cs typeface="Consolas"/>
              </a:rPr>
              <a:t>Encoding.ASCII.GetString(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.&lt;result&gt;__1);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.$this.LoadData(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.&lt;data&gt;__2);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988" y="4522669"/>
            <a:ext cx="1445034" cy="995717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545135" marR="92723" indent="265722">
              <a:spcBef>
                <a:spcPts val="93"/>
              </a:spcBef>
            </a:pP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ea</a:t>
            </a:r>
            <a:r>
              <a:rPr sz="1274" spc="5" dirty="0">
                <a:solidFill>
                  <a:srgbClr val="0000FF"/>
                </a:solidFill>
                <a:latin typeface="Consolas"/>
                <a:cs typeface="Consolas"/>
              </a:rPr>
              <a:t>k</a:t>
            </a:r>
            <a:r>
              <a:rPr sz="1274" spc="-5" dirty="0">
                <a:latin typeface="Consolas"/>
                <a:cs typeface="Consolas"/>
              </a:rPr>
              <a:t>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1274" spc="-5" dirty="0">
                <a:latin typeface="Consolas"/>
                <a:cs typeface="Consolas"/>
              </a:rPr>
              <a:t>:</a:t>
            </a:r>
            <a:endParaRPr sz="1274">
              <a:latin typeface="Consolas"/>
              <a:cs typeface="Consolas"/>
            </a:endParaRPr>
          </a:p>
          <a:p>
            <a:pPr marL="811479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279413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9677" y="446080"/>
            <a:ext cx="6875201" cy="520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9" name="object 9"/>
          <p:cNvSpPr/>
          <p:nvPr/>
        </p:nvSpPr>
        <p:spPr>
          <a:xfrm>
            <a:off x="795051" y="4506116"/>
            <a:ext cx="7691913" cy="266354"/>
          </a:xfrm>
          <a:custGeom>
            <a:avLst/>
            <a:gdLst/>
            <a:ahLst/>
            <a:cxnLst/>
            <a:rect l="l" t="t" r="r" b="b"/>
            <a:pathLst>
              <a:path w="7848600" h="271779">
                <a:moveTo>
                  <a:pt x="0" y="271271"/>
                </a:moveTo>
                <a:lnTo>
                  <a:pt x="7848600" y="271271"/>
                </a:lnTo>
                <a:lnTo>
                  <a:pt x="7848600" y="0"/>
                </a:lnTo>
                <a:lnTo>
                  <a:pt x="0" y="0"/>
                </a:lnTo>
                <a:lnTo>
                  <a:pt x="0" y="271271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0" name="object 10"/>
          <p:cNvSpPr/>
          <p:nvPr/>
        </p:nvSpPr>
        <p:spPr>
          <a:xfrm>
            <a:off x="122943" y="2606289"/>
            <a:ext cx="11873924" cy="1899952"/>
          </a:xfrm>
          <a:custGeom>
            <a:avLst/>
            <a:gdLst/>
            <a:ahLst/>
            <a:cxnLst/>
            <a:rect l="l" t="t" r="r" b="b"/>
            <a:pathLst>
              <a:path w="12115800" h="1938654">
                <a:moveTo>
                  <a:pt x="0" y="1938527"/>
                </a:moveTo>
                <a:lnTo>
                  <a:pt x="12115800" y="1938527"/>
                </a:lnTo>
                <a:lnTo>
                  <a:pt x="12115800" y="0"/>
                </a:lnTo>
                <a:lnTo>
                  <a:pt x="0" y="0"/>
                </a:lnTo>
                <a:lnTo>
                  <a:pt x="0" y="1938527"/>
                </a:lnTo>
                <a:close/>
              </a:path>
            </a:pathLst>
          </a:custGeom>
          <a:solidFill>
            <a:srgbClr val="FFB800">
              <a:alpha val="98823"/>
            </a:srgbClr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1" name="object 11"/>
          <p:cNvSpPr txBox="1"/>
          <p:nvPr/>
        </p:nvSpPr>
        <p:spPr>
          <a:xfrm>
            <a:off x="200409" y="2622469"/>
            <a:ext cx="10581981" cy="1819050"/>
          </a:xfrm>
          <a:prstGeom prst="rect">
            <a:avLst/>
          </a:prstGeom>
        </p:spPr>
        <p:txBody>
          <a:bodyPr vert="horz" wrap="square" lIns="0" tIns="12446" rIns="0" bIns="0" rtlCol="0">
            <a:spAutoFit/>
          </a:bodyPr>
          <a:lstStyle/>
          <a:p>
            <a:pPr marL="12446">
              <a:spcBef>
                <a:spcPts val="98"/>
              </a:spcBef>
            </a:pPr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2352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352" spc="10" dirty="0">
                <a:latin typeface="Consolas"/>
                <a:cs typeface="Consolas"/>
              </a:rPr>
              <a:t>1:</a:t>
            </a:r>
            <a:endParaRPr sz="2352">
              <a:latin typeface="Consolas"/>
              <a:cs typeface="Consolas"/>
            </a:endParaRPr>
          </a:p>
          <a:p>
            <a:pPr marL="670839"/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dirty="0">
                <a:latin typeface="Consolas"/>
                <a:cs typeface="Consolas"/>
              </a:rPr>
              <a:t>.&lt;result&gt;</a:t>
            </a:r>
            <a:r>
              <a:rPr sz="2352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352" dirty="0">
                <a:latin typeface="Consolas"/>
                <a:cs typeface="Consolas"/>
              </a:rPr>
              <a:t>1 =</a:t>
            </a:r>
            <a:r>
              <a:rPr sz="2352" spc="29" dirty="0">
                <a:latin typeface="Consolas"/>
                <a:cs typeface="Consolas"/>
              </a:rPr>
              <a:t> </a:t>
            </a:r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dirty="0">
                <a:latin typeface="Consolas"/>
                <a:cs typeface="Consolas"/>
              </a:rPr>
              <a:t>.$awaiter0.GetResult();</a:t>
            </a:r>
            <a:endParaRPr sz="2352">
              <a:latin typeface="Consolas"/>
              <a:cs typeface="Consolas"/>
            </a:endParaRPr>
          </a:p>
          <a:p>
            <a:pPr marL="670839" marR="4978"/>
            <a:r>
              <a:rPr sz="2352" spc="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spc="5" dirty="0">
                <a:latin typeface="Consolas"/>
                <a:cs typeface="Consolas"/>
              </a:rPr>
              <a:t>.&lt;data&gt;</a:t>
            </a:r>
            <a:r>
              <a:rPr sz="2352" u="heavy" spc="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352" dirty="0">
                <a:latin typeface="Consolas"/>
                <a:cs typeface="Consolas"/>
              </a:rPr>
              <a:t>2 = Encoding.ASCII.GetString(</a:t>
            </a:r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dirty="0">
                <a:latin typeface="Consolas"/>
                <a:cs typeface="Consolas"/>
              </a:rPr>
              <a:t>.&lt;result&gt;</a:t>
            </a:r>
            <a:r>
              <a:rPr sz="2352" u="heavy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2352" spc="5" dirty="0">
                <a:latin typeface="Consolas"/>
                <a:cs typeface="Consolas"/>
              </a:rPr>
              <a:t>1);  </a:t>
            </a:r>
            <a:r>
              <a:rPr sz="2352" spc="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spc="5" dirty="0">
                <a:latin typeface="Consolas"/>
                <a:cs typeface="Consolas"/>
              </a:rPr>
              <a:t>.$this.LoadData(</a:t>
            </a:r>
            <a:r>
              <a:rPr sz="2352" spc="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2352" spc="5" dirty="0">
                <a:latin typeface="Consolas"/>
                <a:cs typeface="Consolas"/>
              </a:rPr>
              <a:t>.&lt;data&gt;__2);</a:t>
            </a:r>
            <a:endParaRPr sz="2352">
              <a:latin typeface="Consolas"/>
              <a:cs typeface="Consolas"/>
            </a:endParaRPr>
          </a:p>
          <a:p>
            <a:pPr marL="670839">
              <a:spcBef>
                <a:spcPts val="15"/>
              </a:spcBef>
            </a:pPr>
            <a:r>
              <a:rPr sz="2352" spc="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2352" spc="5" dirty="0">
                <a:latin typeface="Consolas"/>
                <a:cs typeface="Consolas"/>
              </a:rPr>
              <a:t>;</a:t>
            </a:r>
            <a:endParaRPr sz="2352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989" y="5534977"/>
            <a:ext cx="3128418" cy="558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">
              <a:lnSpc>
                <a:spcPts val="1299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sz="1274" spc="-5" dirty="0">
                <a:latin typeface="Consolas"/>
                <a:cs typeface="Consolas"/>
              </a:rPr>
              <a:t>(Exception exception) { ...</a:t>
            </a:r>
            <a:r>
              <a:rPr sz="1274" spc="-44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12446" marR="802767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 </a:t>
            </a:r>
            <a:r>
              <a:rPr sz="1274" spc="-10" dirty="0">
                <a:latin typeface="Consolas"/>
                <a:cs typeface="Consolas"/>
              </a:rPr>
              <a:t>-1;  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h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sz="1274" spc="-10" dirty="0">
                <a:latin typeface="Consolas"/>
                <a:cs typeface="Consolas"/>
              </a:rPr>
              <a:t>.</a:t>
            </a:r>
            <a:r>
              <a:rPr sz="1274" dirty="0">
                <a:latin typeface="Consolas"/>
                <a:cs typeface="Consolas"/>
              </a:rPr>
              <a:t>$</a:t>
            </a:r>
            <a:r>
              <a:rPr sz="1274" spc="-10" dirty="0">
                <a:latin typeface="Consolas"/>
                <a:cs typeface="Consolas"/>
              </a:rPr>
              <a:t>bu</a:t>
            </a:r>
            <a:r>
              <a:rPr sz="1274" dirty="0">
                <a:latin typeface="Consolas"/>
                <a:cs typeface="Consolas"/>
              </a:rPr>
              <a:t>i</a:t>
            </a:r>
            <a:r>
              <a:rPr sz="1274" spc="-10" dirty="0">
                <a:latin typeface="Consolas"/>
                <a:cs typeface="Consolas"/>
              </a:rPr>
              <a:t>l</a:t>
            </a:r>
            <a:r>
              <a:rPr sz="1274" dirty="0">
                <a:latin typeface="Consolas"/>
                <a:cs typeface="Consolas"/>
              </a:rPr>
              <a:t>d</a:t>
            </a:r>
            <a:r>
              <a:rPr sz="1274" spc="-10" dirty="0">
                <a:latin typeface="Consolas"/>
                <a:cs typeface="Consolas"/>
              </a:rPr>
              <a:t>er</a:t>
            </a:r>
            <a:r>
              <a:rPr sz="1274" dirty="0">
                <a:latin typeface="Consolas"/>
                <a:cs typeface="Consolas"/>
              </a:rPr>
              <a:t>.</a:t>
            </a:r>
            <a:r>
              <a:rPr sz="1274" spc="-10" dirty="0">
                <a:latin typeface="Consolas"/>
                <a:cs typeface="Consolas"/>
              </a:rPr>
              <a:t>Set</a:t>
            </a:r>
            <a:r>
              <a:rPr sz="1274" dirty="0">
                <a:latin typeface="Consolas"/>
                <a:cs typeface="Consolas"/>
              </a:rPr>
              <a:t>R</a:t>
            </a:r>
            <a:r>
              <a:rPr sz="1274" spc="-10" dirty="0">
                <a:latin typeface="Consolas"/>
                <a:cs typeface="Consolas"/>
              </a:rPr>
              <a:t>e</a:t>
            </a:r>
            <a:r>
              <a:rPr sz="1274" dirty="0">
                <a:latin typeface="Consolas"/>
                <a:cs typeface="Consolas"/>
              </a:rPr>
              <a:t>s</a:t>
            </a:r>
            <a:r>
              <a:rPr sz="1274" spc="-10" dirty="0">
                <a:latin typeface="Consolas"/>
                <a:cs typeface="Consolas"/>
              </a:rPr>
              <a:t>ul</a:t>
            </a:r>
            <a:r>
              <a:rPr sz="1274" spc="10" dirty="0">
                <a:latin typeface="Consolas"/>
                <a:cs typeface="Consolas"/>
              </a:rPr>
              <a:t>t</a:t>
            </a:r>
            <a:r>
              <a:rPr sz="1274" spc="-10" dirty="0">
                <a:latin typeface="Consolas"/>
                <a:cs typeface="Consolas"/>
              </a:rPr>
              <a:t>();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25" y="6119263"/>
            <a:ext cx="11388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">
              <a:lnSpc>
                <a:spcPts val="1299"/>
              </a:lnSpc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9091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1"/>
            <a:ext cx="12187575" cy="1189259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3" name="object 3"/>
          <p:cNvSpPr/>
          <p:nvPr/>
        </p:nvSpPr>
        <p:spPr>
          <a:xfrm>
            <a:off x="3457" y="1188885"/>
            <a:ext cx="12187575" cy="5666874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5" name="object 5"/>
          <p:cNvSpPr txBox="1"/>
          <p:nvPr/>
        </p:nvSpPr>
        <p:spPr>
          <a:xfrm>
            <a:off x="80625" y="1220997"/>
            <a:ext cx="2594465" cy="995717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12446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sz="1274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MoveNext()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276301" marR="497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sz="1274" spc="-5" dirty="0">
                <a:latin typeface="Consolas"/>
                <a:cs typeface="Consolas"/>
              </a:rPr>
              <a:t>num =</a:t>
            </a:r>
            <a:r>
              <a:rPr sz="1274" spc="-59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sz="1274" spc="-5" dirty="0">
                <a:latin typeface="Consolas"/>
                <a:cs typeface="Consolas"/>
              </a:rPr>
              <a:t>)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spc="-10" dirty="0">
                <a:latin typeface="Consolas"/>
                <a:cs typeface="Consolas"/>
              </a:rPr>
              <a:t> -1;</a:t>
            </a:r>
            <a:endParaRPr sz="1274">
              <a:latin typeface="Consolas"/>
              <a:cs typeface="Consolas"/>
            </a:endParaRPr>
          </a:p>
          <a:p>
            <a:pPr marL="276301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784" y="2246025"/>
            <a:ext cx="1240912" cy="35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1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sz="1274" spc="-5" dirty="0">
                <a:latin typeface="Consolas"/>
                <a:cs typeface="Consolas"/>
              </a:rPr>
              <a:t>(num)</a:t>
            </a:r>
            <a:r>
              <a:rPr sz="1274" spc="-88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{</a:t>
            </a:r>
            <a:endParaRPr sz="1274">
              <a:latin typeface="Consolas"/>
              <a:cs typeface="Consolas"/>
            </a:endParaRPr>
          </a:p>
          <a:p>
            <a:pPr marL="265722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sz="1274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0: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93" y="2580400"/>
            <a:ext cx="6940147" cy="2549658"/>
          </a:xfrm>
          <a:prstGeom prst="rect">
            <a:avLst/>
          </a:prstGeom>
        </p:spPr>
        <p:txBody>
          <a:bodyPr vert="horz" wrap="square" lIns="0" tIns="11824" rIns="0" bIns="0" rtlCol="0">
            <a:spAutoFit/>
          </a:bodyPr>
          <a:lstStyle/>
          <a:p>
            <a:pPr marL="278168">
              <a:spcBef>
                <a:spcPts val="93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.&lt;wc&gt;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0 =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sz="1274" spc="-5" dirty="0">
                <a:latin typeface="Consolas"/>
                <a:cs typeface="Consolas"/>
              </a:rPr>
              <a:t>WebClient();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.$awaiter0 </a:t>
            </a:r>
            <a:r>
              <a:rPr sz="1274" spc="-5" dirty="0">
                <a:latin typeface="Consolas"/>
                <a:cs typeface="Consolas"/>
              </a:rPr>
              <a:t>= 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.&lt;wc&gt;</a:t>
            </a:r>
            <a:r>
              <a:rPr sz="1274" u="sng" spc="221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0.DownloadDataTaskAsync(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.url).GetAwaiter();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1;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5" dirty="0">
                <a:latin typeface="Consolas"/>
                <a:cs typeface="Consolas"/>
              </a:rPr>
              <a:t>...</a:t>
            </a:r>
            <a:endParaRPr sz="1274">
              <a:latin typeface="Consolas"/>
              <a:cs typeface="Consolas"/>
            </a:endParaRPr>
          </a:p>
          <a:p>
            <a:pPr marL="278168" marR="6033199"/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sz="1274" spc="-5" dirty="0">
                <a:latin typeface="Consolas"/>
                <a:cs typeface="Consolas"/>
              </a:rPr>
              <a:t>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sz="1274" spc="-10" dirty="0">
                <a:latin typeface="Consolas"/>
                <a:cs typeface="Consolas"/>
              </a:rPr>
              <a:t>1: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.&lt;result&gt;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1 =</a:t>
            </a:r>
            <a:r>
              <a:rPr sz="1274" dirty="0">
                <a:latin typeface="Consolas"/>
                <a:cs typeface="Consolas"/>
              </a:rPr>
              <a:t>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.$awaiter0.GetResult();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2 = </a:t>
            </a:r>
            <a:r>
              <a:rPr sz="1274" spc="-10" dirty="0">
                <a:latin typeface="Consolas"/>
                <a:cs typeface="Consolas"/>
              </a:rPr>
              <a:t>Encoding.ASCII.GetString(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10" dirty="0">
                <a:latin typeface="Consolas"/>
                <a:cs typeface="Consolas"/>
              </a:rPr>
              <a:t>.&lt;result&gt;</a:t>
            </a:r>
            <a:r>
              <a:rPr sz="1274" u="sng" spc="29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10" dirty="0">
                <a:latin typeface="Consolas"/>
                <a:cs typeface="Consolas"/>
              </a:rPr>
              <a:t>1);</a:t>
            </a:r>
            <a:endParaRPr sz="1274">
              <a:latin typeface="Consolas"/>
              <a:cs typeface="Consolas"/>
            </a:endParaRPr>
          </a:p>
          <a:p>
            <a:pPr marL="278168" marR="3463722">
              <a:spcBef>
                <a:spcPts val="5"/>
              </a:spcBef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.$this.LoadData(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.&lt;data&gt;</a:t>
            </a:r>
            <a:r>
              <a:rPr sz="1274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2);  </a:t>
            </a: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  <a:p>
            <a:pPr marL="12446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sz="1274" spc="-5" dirty="0">
                <a:latin typeface="Consolas"/>
                <a:cs typeface="Consolas"/>
              </a:rPr>
              <a:t>:</a:t>
            </a:r>
            <a:endParaRPr sz="1274">
              <a:latin typeface="Consolas"/>
              <a:cs typeface="Consolas"/>
            </a:endParaRPr>
          </a:p>
          <a:p>
            <a:pPr marL="278168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74" spc="-5" dirty="0">
                <a:latin typeface="Consolas"/>
                <a:cs typeface="Consolas"/>
              </a:rPr>
              <a:t>;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435" y="5159119"/>
            <a:ext cx="356591" cy="35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967">
              <a:lnSpc>
                <a:spcPts val="1201"/>
              </a:lnSpc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9677" y="446080"/>
            <a:ext cx="6875201" cy="520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0" name="object 10"/>
          <p:cNvSpPr/>
          <p:nvPr/>
        </p:nvSpPr>
        <p:spPr>
          <a:xfrm>
            <a:off x="293211" y="2008858"/>
            <a:ext cx="7691913" cy="203500"/>
          </a:xfrm>
          <a:custGeom>
            <a:avLst/>
            <a:gdLst/>
            <a:ahLst/>
            <a:cxnLst/>
            <a:rect l="l" t="t" r="r" b="b"/>
            <a:pathLst>
              <a:path w="7848600" h="207644">
                <a:moveTo>
                  <a:pt x="0" y="207263"/>
                </a:moveTo>
                <a:lnTo>
                  <a:pt x="7848600" y="207263"/>
                </a:lnTo>
                <a:lnTo>
                  <a:pt x="7848600" y="0"/>
                </a:lnTo>
                <a:lnTo>
                  <a:pt x="0" y="0"/>
                </a:lnTo>
                <a:lnTo>
                  <a:pt x="0" y="207263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1" name="object 11"/>
          <p:cNvSpPr/>
          <p:nvPr/>
        </p:nvSpPr>
        <p:spPr>
          <a:xfrm>
            <a:off x="272301" y="5538177"/>
            <a:ext cx="7691913" cy="204744"/>
          </a:xfrm>
          <a:custGeom>
            <a:avLst/>
            <a:gdLst/>
            <a:ahLst/>
            <a:cxnLst/>
            <a:rect l="l" t="t" r="r" b="b"/>
            <a:pathLst>
              <a:path w="7848600" h="208914">
                <a:moveTo>
                  <a:pt x="0" y="208788"/>
                </a:moveTo>
                <a:lnTo>
                  <a:pt x="7848600" y="208788"/>
                </a:lnTo>
                <a:lnTo>
                  <a:pt x="7848600" y="0"/>
                </a:lnTo>
                <a:lnTo>
                  <a:pt x="0" y="0"/>
                </a:lnTo>
                <a:lnTo>
                  <a:pt x="0" y="208788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12" name="object 12"/>
          <p:cNvSpPr txBox="1"/>
          <p:nvPr/>
        </p:nvSpPr>
        <p:spPr>
          <a:xfrm>
            <a:off x="122943" y="2211984"/>
            <a:ext cx="8289343" cy="392750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vert="horz" wrap="square" lIns="0" tIns="30494" rIns="0" bIns="0" rtlCol="0">
            <a:spAutoFit/>
          </a:bodyPr>
          <a:lstStyle/>
          <a:p>
            <a:pPr marL="89611">
              <a:spcBef>
                <a:spcPts val="240"/>
              </a:spcBef>
            </a:pPr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sz="2352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352" dirty="0">
                <a:solidFill>
                  <a:srgbClr val="1A1A1A"/>
                </a:solidFill>
                <a:latin typeface="Consolas"/>
                <a:cs typeface="Consolas"/>
              </a:rPr>
              <a:t>{</a:t>
            </a:r>
            <a:endParaRPr sz="2352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989" y="5534977"/>
            <a:ext cx="3128418" cy="558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">
              <a:lnSpc>
                <a:spcPts val="1299"/>
              </a:lnSpc>
            </a:pPr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sz="1274" spc="-5" dirty="0">
                <a:latin typeface="Consolas"/>
                <a:cs typeface="Consolas"/>
              </a:rPr>
              <a:t>(Exception exception) { ...</a:t>
            </a:r>
            <a:r>
              <a:rPr sz="1274" spc="-44" dirty="0">
                <a:latin typeface="Consolas"/>
                <a:cs typeface="Consolas"/>
              </a:rPr>
              <a:t> </a:t>
            </a: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  <a:p>
            <a:pPr marL="12446" marR="802767"/>
            <a:r>
              <a:rPr sz="1274" spc="-5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274" spc="-5" dirty="0">
                <a:latin typeface="Consolas"/>
                <a:cs typeface="Consolas"/>
              </a:rPr>
              <a:t>.$PC = </a:t>
            </a:r>
            <a:r>
              <a:rPr sz="1274" spc="-10" dirty="0">
                <a:latin typeface="Consolas"/>
                <a:cs typeface="Consolas"/>
              </a:rPr>
              <a:t>-1;  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h</a:t>
            </a:r>
            <a:r>
              <a:rPr sz="1274" dirty="0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274" spc="-10" dirty="0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sz="1274" spc="-10" dirty="0">
                <a:latin typeface="Consolas"/>
                <a:cs typeface="Consolas"/>
              </a:rPr>
              <a:t>.</a:t>
            </a:r>
            <a:r>
              <a:rPr sz="1274" dirty="0">
                <a:latin typeface="Consolas"/>
                <a:cs typeface="Consolas"/>
              </a:rPr>
              <a:t>$</a:t>
            </a:r>
            <a:r>
              <a:rPr sz="1274" spc="-10" dirty="0">
                <a:latin typeface="Consolas"/>
                <a:cs typeface="Consolas"/>
              </a:rPr>
              <a:t>bu</a:t>
            </a:r>
            <a:r>
              <a:rPr sz="1274" dirty="0">
                <a:latin typeface="Consolas"/>
                <a:cs typeface="Consolas"/>
              </a:rPr>
              <a:t>i</a:t>
            </a:r>
            <a:r>
              <a:rPr sz="1274" spc="-10" dirty="0">
                <a:latin typeface="Consolas"/>
                <a:cs typeface="Consolas"/>
              </a:rPr>
              <a:t>l</a:t>
            </a:r>
            <a:r>
              <a:rPr sz="1274" dirty="0">
                <a:latin typeface="Consolas"/>
                <a:cs typeface="Consolas"/>
              </a:rPr>
              <a:t>d</a:t>
            </a:r>
            <a:r>
              <a:rPr sz="1274" spc="-10" dirty="0">
                <a:latin typeface="Consolas"/>
                <a:cs typeface="Consolas"/>
              </a:rPr>
              <a:t>er</a:t>
            </a:r>
            <a:r>
              <a:rPr sz="1274" dirty="0">
                <a:latin typeface="Consolas"/>
                <a:cs typeface="Consolas"/>
              </a:rPr>
              <a:t>.</a:t>
            </a:r>
            <a:r>
              <a:rPr sz="1274" spc="-10" dirty="0">
                <a:latin typeface="Consolas"/>
                <a:cs typeface="Consolas"/>
              </a:rPr>
              <a:t>Set</a:t>
            </a:r>
            <a:r>
              <a:rPr sz="1274" dirty="0">
                <a:latin typeface="Consolas"/>
                <a:cs typeface="Consolas"/>
              </a:rPr>
              <a:t>R</a:t>
            </a:r>
            <a:r>
              <a:rPr sz="1274" spc="-10" dirty="0">
                <a:latin typeface="Consolas"/>
                <a:cs typeface="Consolas"/>
              </a:rPr>
              <a:t>e</a:t>
            </a:r>
            <a:r>
              <a:rPr sz="1274" dirty="0">
                <a:latin typeface="Consolas"/>
                <a:cs typeface="Consolas"/>
              </a:rPr>
              <a:t>s</a:t>
            </a:r>
            <a:r>
              <a:rPr sz="1274" spc="-10" dirty="0">
                <a:latin typeface="Consolas"/>
                <a:cs typeface="Consolas"/>
              </a:rPr>
              <a:t>ul</a:t>
            </a:r>
            <a:r>
              <a:rPr sz="1274" spc="10" dirty="0">
                <a:latin typeface="Consolas"/>
                <a:cs typeface="Consolas"/>
              </a:rPr>
              <a:t>t</a:t>
            </a:r>
            <a:r>
              <a:rPr sz="1274" spc="-10" dirty="0">
                <a:latin typeface="Consolas"/>
                <a:cs typeface="Consolas"/>
              </a:rPr>
              <a:t>();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625" y="6119263"/>
            <a:ext cx="11388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">
              <a:lnSpc>
                <a:spcPts val="1299"/>
              </a:lnSpc>
            </a:pPr>
            <a:r>
              <a:rPr sz="1274" spc="-5" dirty="0">
                <a:latin typeface="Consolas"/>
                <a:cs typeface="Consolas"/>
              </a:rPr>
              <a:t>}</a:t>
            </a:r>
            <a:endParaRPr sz="1274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943" y="5085623"/>
            <a:ext cx="8289343" cy="393378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vert="horz" wrap="square" lIns="0" tIns="31116" rIns="0" bIns="0" rtlCol="0">
            <a:spAutoFit/>
          </a:bodyPr>
          <a:lstStyle/>
          <a:p>
            <a:pPr marL="89611">
              <a:spcBef>
                <a:spcPts val="245"/>
              </a:spcBef>
            </a:pPr>
            <a:r>
              <a:rPr sz="2352" dirty="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sz="2352" dirty="0">
                <a:solidFill>
                  <a:srgbClr val="1A1A1A"/>
                </a:solidFill>
                <a:latin typeface="Consolas"/>
                <a:cs typeface="Consolas"/>
              </a:rPr>
              <a:t>(Exception </a:t>
            </a:r>
            <a:r>
              <a:rPr sz="2352" spc="5" dirty="0">
                <a:solidFill>
                  <a:srgbClr val="1A1A1A"/>
                </a:solidFill>
                <a:latin typeface="Consolas"/>
                <a:cs typeface="Consolas"/>
              </a:rPr>
              <a:t>exception) </a:t>
            </a:r>
            <a:r>
              <a:rPr sz="2352" dirty="0">
                <a:solidFill>
                  <a:srgbClr val="1A1A1A"/>
                </a:solidFill>
                <a:latin typeface="Consolas"/>
                <a:cs typeface="Consolas"/>
              </a:rPr>
              <a:t>{ . . .</a:t>
            </a:r>
            <a:r>
              <a:rPr sz="2352" spc="59" dirty="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sz="2352" dirty="0">
                <a:solidFill>
                  <a:srgbClr val="1A1A1A"/>
                </a:solidFill>
                <a:latin typeface="Consolas"/>
                <a:cs typeface="Consolas"/>
              </a:rPr>
              <a:t>}</a:t>
            </a:r>
            <a:endParaRPr sz="2352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46258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7" y="0"/>
            <a:ext cx="6093787" cy="6855510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>
            <a:endParaRPr sz="1764" dirty="0"/>
          </a:p>
        </p:txBody>
      </p:sp>
      <p:sp>
        <p:nvSpPr>
          <p:cNvPr id="3" name="object 3"/>
          <p:cNvSpPr/>
          <p:nvPr/>
        </p:nvSpPr>
        <p:spPr>
          <a:xfrm>
            <a:off x="6097245" y="0"/>
            <a:ext cx="6093787" cy="6855510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4" name="object 4"/>
          <p:cNvSpPr/>
          <p:nvPr/>
        </p:nvSpPr>
        <p:spPr>
          <a:xfrm>
            <a:off x="7217425" y="1336749"/>
            <a:ext cx="4098370" cy="4098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64"/>
          </a:p>
        </p:txBody>
      </p:sp>
      <p:sp>
        <p:nvSpPr>
          <p:cNvPr id="8" name="CaixaDeTexto 7"/>
          <p:cNvSpPr txBox="1"/>
          <p:nvPr/>
        </p:nvSpPr>
        <p:spPr>
          <a:xfrm>
            <a:off x="262073" y="1336749"/>
            <a:ext cx="55765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Async</a:t>
            </a:r>
            <a:r>
              <a:rPr lang="pt-BR" sz="7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/ </a:t>
            </a:r>
            <a:r>
              <a:rPr lang="pt-BR" sz="7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Await</a:t>
            </a:r>
            <a:endParaRPr lang="pt-BR" sz="7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262073" y="2369720"/>
            <a:ext cx="557655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Melhores Práticas</a:t>
            </a:r>
            <a:endParaRPr lang="pt-BR" sz="7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026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790</Words>
  <Application>Microsoft Office PowerPoint</Application>
  <PresentationFormat>Widescreen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Segoe UI</vt:lpstr>
      <vt:lpstr>Segoe UI Light</vt:lpstr>
      <vt:lpstr>Segoe UI Semilight</vt:lpstr>
      <vt:lpstr>Times New Roman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Sostenes</dc:creator>
  <cp:lastModifiedBy>Sostenes</cp:lastModifiedBy>
  <cp:revision>10</cp:revision>
  <dcterms:created xsi:type="dcterms:W3CDTF">2019-09-10T00:39:00Z</dcterms:created>
  <dcterms:modified xsi:type="dcterms:W3CDTF">2019-09-10T10:37:18Z</dcterms:modified>
</cp:coreProperties>
</file>